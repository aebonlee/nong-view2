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5"/>
  </p:notesMasterIdLst>
  <p:sldIdLst>
    <p:sldId id="256" r:id="rId2"/>
    <p:sldId id="1664" r:id="rId3"/>
    <p:sldId id="1665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F42DF-B3B4-4C70-9CE8-9E8EB4DD6514}" v="130" dt="2025-08-17T22:59:47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13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kddd rkd" userId="52e8a7badf671b05" providerId="LiveId" clId="{53BF42DF-B3B4-4C70-9CE8-9E8EB4DD6514}"/>
    <pc:docChg chg="undo custSel addSld delSld modSld sldOrd">
      <pc:chgData name="tkddd rkd" userId="52e8a7badf671b05" providerId="LiveId" clId="{53BF42DF-B3B4-4C70-9CE8-9E8EB4DD6514}" dt="2025-08-17T23:01:14.707" v="3885" actId="20577"/>
      <pc:docMkLst>
        <pc:docMk/>
      </pc:docMkLst>
      <pc:sldChg chg="modSp mod">
        <pc:chgData name="tkddd rkd" userId="52e8a7badf671b05" providerId="LiveId" clId="{53BF42DF-B3B4-4C70-9CE8-9E8EB4DD6514}" dt="2025-08-17T21:53:44.943" v="1048" actId="404"/>
        <pc:sldMkLst>
          <pc:docMk/>
          <pc:sldMk cId="0" sldId="256"/>
        </pc:sldMkLst>
        <pc:spChg chg="mod">
          <ac:chgData name="tkddd rkd" userId="52e8a7badf671b05" providerId="LiveId" clId="{53BF42DF-B3B4-4C70-9CE8-9E8EB4DD6514}" dt="2025-08-17T21:53:08.785" v="104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tkddd rkd" userId="52e8a7badf671b05" providerId="LiveId" clId="{53BF42DF-B3B4-4C70-9CE8-9E8EB4DD6514}" dt="2025-08-17T21:51:45.536" v="1002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tkddd rkd" userId="52e8a7badf671b05" providerId="LiveId" clId="{53BF42DF-B3B4-4C70-9CE8-9E8EB4DD6514}" dt="2025-08-17T21:53:44.943" v="1048" actId="404"/>
          <ac:spMkLst>
            <pc:docMk/>
            <pc:sldMk cId="0" sldId="256"/>
            <ac:spMk id="36" creationId="{00000000-0000-0000-0000-000000000000}"/>
          </ac:spMkLst>
        </pc:spChg>
        <pc:spChg chg="mod">
          <ac:chgData name="tkddd rkd" userId="52e8a7badf671b05" providerId="LiveId" clId="{53BF42DF-B3B4-4C70-9CE8-9E8EB4DD6514}" dt="2025-08-17T21:53:35.345" v="1047" actId="404"/>
          <ac:spMkLst>
            <pc:docMk/>
            <pc:sldMk cId="0" sldId="256"/>
            <ac:spMk id="119" creationId="{00000000-0000-0000-0000-000000000000}"/>
          </ac:spMkLst>
        </pc:spChg>
      </pc:sldChg>
      <pc:sldChg chg="addSp delSp modSp mod">
        <pc:chgData name="tkddd rkd" userId="52e8a7badf671b05" providerId="LiveId" clId="{53BF42DF-B3B4-4C70-9CE8-9E8EB4DD6514}" dt="2025-08-17T15:54:14.798" v="172" actId="20577"/>
        <pc:sldMkLst>
          <pc:docMk/>
          <pc:sldMk cId="0" sldId="257"/>
        </pc:sldMkLst>
        <pc:spChg chg="add mod">
          <ac:chgData name="tkddd rkd" userId="52e8a7badf671b05" providerId="LiveId" clId="{53BF42DF-B3B4-4C70-9CE8-9E8EB4DD6514}" dt="2025-08-17T15:39:14.522" v="168" actId="14100"/>
          <ac:spMkLst>
            <pc:docMk/>
            <pc:sldMk cId="0" sldId="257"/>
            <ac:spMk id="2" creationId="{E95B9472-7C30-38AF-AE84-4FE8BBA93767}"/>
          </ac:spMkLst>
        </pc:spChg>
        <pc:spChg chg="add mod">
          <ac:chgData name="tkddd rkd" userId="52e8a7badf671b05" providerId="LiveId" clId="{53BF42DF-B3B4-4C70-9CE8-9E8EB4DD6514}" dt="2025-08-17T15:39:13.214" v="167" actId="20577"/>
          <ac:spMkLst>
            <pc:docMk/>
            <pc:sldMk cId="0" sldId="257"/>
            <ac:spMk id="3" creationId="{169150BC-F585-5768-8646-3E61E8B61BFB}"/>
          </ac:spMkLst>
        </pc:spChg>
        <pc:spChg chg="mod">
          <ac:chgData name="tkddd rkd" userId="52e8a7badf671b05" providerId="LiveId" clId="{53BF42DF-B3B4-4C70-9CE8-9E8EB4DD6514}" dt="2025-08-17T15:54:14.798" v="172" actId="20577"/>
          <ac:spMkLst>
            <pc:docMk/>
            <pc:sldMk cId="0" sldId="257"/>
            <ac:spMk id="65" creationId="{00000000-0000-0000-0000-000000000000}"/>
          </ac:spMkLst>
        </pc:spChg>
        <pc:spChg chg="mod topLvl">
          <ac:chgData name="tkddd rkd" userId="52e8a7badf671b05" providerId="LiveId" clId="{53BF42DF-B3B4-4C70-9CE8-9E8EB4DD6514}" dt="2025-08-17T15:38:11.544" v="100" actId="165"/>
          <ac:spMkLst>
            <pc:docMk/>
            <pc:sldMk cId="0" sldId="257"/>
            <ac:spMk id="77" creationId="{00000000-0000-0000-0000-000000000000}"/>
          </ac:spMkLst>
        </pc:spChg>
        <pc:spChg chg="mod topLvl">
          <ac:chgData name="tkddd rkd" userId="52e8a7badf671b05" providerId="LiveId" clId="{53BF42DF-B3B4-4C70-9CE8-9E8EB4DD6514}" dt="2025-08-17T15:38:11.544" v="100" actId="165"/>
          <ac:spMkLst>
            <pc:docMk/>
            <pc:sldMk cId="0" sldId="257"/>
            <ac:spMk id="78" creationId="{00000000-0000-0000-0000-000000000000}"/>
          </ac:spMkLst>
        </pc:spChg>
        <pc:spChg chg="mod topLvl">
          <ac:chgData name="tkddd rkd" userId="52e8a7badf671b05" providerId="LiveId" clId="{53BF42DF-B3B4-4C70-9CE8-9E8EB4DD6514}" dt="2025-08-17T15:38:11.544" v="100" actId="165"/>
          <ac:spMkLst>
            <pc:docMk/>
            <pc:sldMk cId="0" sldId="257"/>
            <ac:spMk id="79" creationId="{00000000-0000-0000-0000-000000000000}"/>
          </ac:spMkLst>
        </pc:spChg>
        <pc:spChg chg="mod topLvl">
          <ac:chgData name="tkddd rkd" userId="52e8a7badf671b05" providerId="LiveId" clId="{53BF42DF-B3B4-4C70-9CE8-9E8EB4DD6514}" dt="2025-08-17T15:38:11.544" v="100" actId="165"/>
          <ac:spMkLst>
            <pc:docMk/>
            <pc:sldMk cId="0" sldId="257"/>
            <ac:spMk id="80" creationId="{00000000-0000-0000-0000-000000000000}"/>
          </ac:spMkLst>
        </pc:spChg>
        <pc:grpChg chg="del">
          <ac:chgData name="tkddd rkd" userId="52e8a7badf671b05" providerId="LiveId" clId="{53BF42DF-B3B4-4C70-9CE8-9E8EB4DD6514}" dt="2025-08-17T15:38:11.544" v="100" actId="165"/>
          <ac:grpSpMkLst>
            <pc:docMk/>
            <pc:sldMk cId="0" sldId="257"/>
            <ac:grpSpMk id="76" creationId="{00000000-0000-0000-0000-000000000000}"/>
          </ac:grpSpMkLst>
        </pc:grpChg>
      </pc:sldChg>
      <pc:sldChg chg="modSp del mod ord">
        <pc:chgData name="tkddd rkd" userId="52e8a7badf671b05" providerId="LiveId" clId="{53BF42DF-B3B4-4C70-9CE8-9E8EB4DD6514}" dt="2025-08-17T15:55:36.370" v="184" actId="47"/>
        <pc:sldMkLst>
          <pc:docMk/>
          <pc:sldMk cId="0" sldId="258"/>
        </pc:sldMkLst>
        <pc:spChg chg="mod">
          <ac:chgData name="tkddd rkd" userId="52e8a7badf671b05" providerId="LiveId" clId="{53BF42DF-B3B4-4C70-9CE8-9E8EB4DD6514}" dt="2025-08-17T15:37:33.288" v="70" actId="20577"/>
          <ac:spMkLst>
            <pc:docMk/>
            <pc:sldMk cId="0" sldId="258"/>
            <ac:spMk id="65" creationId="{00000000-0000-0000-0000-000000000000}"/>
          </ac:spMkLst>
        </pc:spChg>
      </pc:sldChg>
      <pc:sldChg chg="addSp delSp modSp new mod ord">
        <pc:chgData name="tkddd rkd" userId="52e8a7badf671b05" providerId="LiveId" clId="{53BF42DF-B3B4-4C70-9CE8-9E8EB4DD6514}" dt="2025-08-17T22:54:08.758" v="3546"/>
        <pc:sldMkLst>
          <pc:docMk/>
          <pc:sldMk cId="4174816514" sldId="259"/>
        </pc:sldMkLst>
        <pc:spChg chg="del">
          <ac:chgData name="tkddd rkd" userId="52e8a7badf671b05" providerId="LiveId" clId="{53BF42DF-B3B4-4C70-9CE8-9E8EB4DD6514}" dt="2025-08-17T15:55:01.689" v="174" actId="478"/>
          <ac:spMkLst>
            <pc:docMk/>
            <pc:sldMk cId="4174816514" sldId="259"/>
            <ac:spMk id="2" creationId="{D38AC1A5-04BB-A1E4-17BE-BFEC150B55D4}"/>
          </ac:spMkLst>
        </pc:spChg>
        <pc:spChg chg="del">
          <ac:chgData name="tkddd rkd" userId="52e8a7badf671b05" providerId="LiveId" clId="{53BF42DF-B3B4-4C70-9CE8-9E8EB4DD6514}" dt="2025-08-17T15:55:01.689" v="174" actId="478"/>
          <ac:spMkLst>
            <pc:docMk/>
            <pc:sldMk cId="4174816514" sldId="259"/>
            <ac:spMk id="3" creationId="{AF0250C1-F840-3688-F595-CF97CD89A143}"/>
          </ac:spMkLst>
        </pc:spChg>
        <pc:spChg chg="del">
          <ac:chgData name="tkddd rkd" userId="52e8a7badf671b05" providerId="LiveId" clId="{53BF42DF-B3B4-4C70-9CE8-9E8EB4DD6514}" dt="2025-08-17T15:55:18.831" v="177" actId="478"/>
          <ac:spMkLst>
            <pc:docMk/>
            <pc:sldMk cId="4174816514" sldId="259"/>
            <ac:spMk id="15" creationId="{E6C7D91C-5B79-F237-CEDE-A4267484DA62}"/>
          </ac:spMkLst>
        </pc:spChg>
        <pc:spChg chg="del">
          <ac:chgData name="tkddd rkd" userId="52e8a7badf671b05" providerId="LiveId" clId="{53BF42DF-B3B4-4C70-9CE8-9E8EB4DD6514}" dt="2025-08-17T15:55:18.831" v="177" actId="478"/>
          <ac:spMkLst>
            <pc:docMk/>
            <pc:sldMk cId="4174816514" sldId="259"/>
            <ac:spMk id="16" creationId="{4A0EC66A-2506-B940-6F79-137ACBDF642A}"/>
          </ac:spMkLst>
        </pc:spChg>
        <pc:spChg chg="del">
          <ac:chgData name="tkddd rkd" userId="52e8a7badf671b05" providerId="LiveId" clId="{53BF42DF-B3B4-4C70-9CE8-9E8EB4DD6514}" dt="2025-08-17T15:55:18.831" v="177" actId="478"/>
          <ac:spMkLst>
            <pc:docMk/>
            <pc:sldMk cId="4174816514" sldId="259"/>
            <ac:spMk id="17" creationId="{2643833A-C26D-CCCE-D704-073AD9EBB11F}"/>
          </ac:spMkLst>
        </pc:spChg>
        <pc:spChg chg="del">
          <ac:chgData name="tkddd rkd" userId="52e8a7badf671b05" providerId="LiveId" clId="{53BF42DF-B3B4-4C70-9CE8-9E8EB4DD6514}" dt="2025-08-17T15:55:18.831" v="177" actId="478"/>
          <ac:spMkLst>
            <pc:docMk/>
            <pc:sldMk cId="4174816514" sldId="259"/>
            <ac:spMk id="18" creationId="{C12B411A-E43E-A6FA-A770-680F1C0C6839}"/>
          </ac:spMkLst>
        </pc:spChg>
        <pc:spChg chg="mod">
          <ac:chgData name="tkddd rkd" userId="52e8a7badf671b05" providerId="LiveId" clId="{53BF42DF-B3B4-4C70-9CE8-9E8EB4DD6514}" dt="2025-08-17T15:55:23.287" v="178" actId="1076"/>
          <ac:spMkLst>
            <pc:docMk/>
            <pc:sldMk cId="4174816514" sldId="259"/>
            <ac:spMk id="19" creationId="{4344E434-CA93-315C-2647-0C9E86C5F931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20" creationId="{5DAFBF52-2F8B-F681-5FBC-3F748A9B39B5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22" creationId="{9C6379FB-C3A7-3551-BBD0-DE412D79C062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25" creationId="{D0820432-D13B-A8A7-CC62-DC93A1A61782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27" creationId="{327E92DB-8E80-D139-C582-40F19A34F698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34" creationId="{E56CC95F-5A11-C2D3-C9D6-5F855AE5567C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43" creationId="{DF20BC3C-A31E-0C69-FB10-6B4D85737B53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55" creationId="{22381CBC-5E89-87AC-A7F8-4E7E921BC0BA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59" creationId="{315F0052-8C63-540A-D1BE-691662FA2AA4}"/>
          </ac:spMkLst>
        </pc:spChg>
        <pc:spChg chg="add mod">
          <ac:chgData name="tkddd rkd" userId="52e8a7badf671b05" providerId="LiveId" clId="{53BF42DF-B3B4-4C70-9CE8-9E8EB4DD6514}" dt="2025-08-17T15:55:06.459" v="176" actId="1076"/>
          <ac:spMkLst>
            <pc:docMk/>
            <pc:sldMk cId="4174816514" sldId="259"/>
            <ac:spMk id="60" creationId="{163640C7-41C4-33C1-7D0E-E5B83B9CF980}"/>
          </ac:spMkLst>
        </pc:spChg>
        <pc:spChg chg="add mod">
          <ac:chgData name="tkddd rkd" userId="52e8a7badf671b05" providerId="LiveId" clId="{53BF42DF-B3B4-4C70-9CE8-9E8EB4DD6514}" dt="2025-08-17T15:55:23.287" v="178" actId="1076"/>
          <ac:spMkLst>
            <pc:docMk/>
            <pc:sldMk cId="4174816514" sldId="259"/>
            <ac:spMk id="64" creationId="{BE5F6AE6-E692-2EA7-088B-A9960EB51A94}"/>
          </ac:spMkLst>
        </pc:spChg>
        <pc:spChg chg="mod">
          <ac:chgData name="tkddd rkd" userId="52e8a7badf671b05" providerId="LiveId" clId="{53BF42DF-B3B4-4C70-9CE8-9E8EB4DD6514}" dt="2025-08-17T15:55:52.006" v="185" actId="14100"/>
          <ac:spMkLst>
            <pc:docMk/>
            <pc:sldMk cId="4174816514" sldId="259"/>
            <ac:spMk id="67" creationId="{298100CC-5215-D551-5E2E-E70CA7335A00}"/>
          </ac:spMkLst>
        </pc:spChg>
        <pc:spChg chg="mod">
          <ac:chgData name="tkddd rkd" userId="52e8a7badf671b05" providerId="LiveId" clId="{53BF42DF-B3B4-4C70-9CE8-9E8EB4DD6514}" dt="2025-08-17T15:55:52.006" v="185" actId="14100"/>
          <ac:spMkLst>
            <pc:docMk/>
            <pc:sldMk cId="4174816514" sldId="259"/>
            <ac:spMk id="68" creationId="{FD07A286-1CCF-C771-0CF1-12C354F89EAE}"/>
          </ac:spMkLst>
        </pc:spChg>
        <pc:spChg chg="add mod">
          <ac:chgData name="tkddd rkd" userId="52e8a7badf671b05" providerId="LiveId" clId="{53BF42DF-B3B4-4C70-9CE8-9E8EB4DD6514}" dt="2025-08-17T15:56:18.453" v="215" actId="20577"/>
          <ac:spMkLst>
            <pc:docMk/>
            <pc:sldMk cId="4174816514" sldId="259"/>
            <ac:spMk id="72" creationId="{81D3B82B-520C-441B-C887-77B7ABDDC3E6}"/>
          </ac:spMkLst>
        </pc:spChg>
        <pc:spChg chg="add mod">
          <ac:chgData name="tkddd rkd" userId="52e8a7badf671b05" providerId="LiveId" clId="{53BF42DF-B3B4-4C70-9CE8-9E8EB4DD6514}" dt="2025-08-17T15:56:22.964" v="230" actId="20577"/>
          <ac:spMkLst>
            <pc:docMk/>
            <pc:sldMk cId="4174816514" sldId="259"/>
            <ac:spMk id="73" creationId="{5145E990-2052-3FA2-10B8-E6F85ED0E07E}"/>
          </ac:spMkLst>
        </pc:spChg>
        <pc:spChg chg="add mod">
          <ac:chgData name="tkddd rkd" userId="52e8a7badf671b05" providerId="LiveId" clId="{53BF42DF-B3B4-4C70-9CE8-9E8EB4DD6514}" dt="2025-08-17T15:56:42.446" v="257" actId="20577"/>
          <ac:spMkLst>
            <pc:docMk/>
            <pc:sldMk cId="4174816514" sldId="259"/>
            <ac:spMk id="74" creationId="{B895572B-2C80-FE2B-7308-3E08C1F70D55}"/>
          </ac:spMkLst>
        </pc:spChg>
        <pc:cxnChg chg="mod">
          <ac:chgData name="tkddd rkd" userId="52e8a7badf671b05" providerId="LiveId" clId="{53BF42DF-B3B4-4C70-9CE8-9E8EB4DD6514}" dt="2025-08-17T15:55:52.006" v="185" actId="14100"/>
          <ac:cxnSpMkLst>
            <pc:docMk/>
            <pc:sldMk cId="4174816514" sldId="259"/>
            <ac:cxnSpMk id="4" creationId="{AF273C0A-49E4-0A38-3B19-7DFF0857A0E9}"/>
          </ac:cxnSpMkLst>
        </pc:cxnChg>
        <pc:cxnChg chg="del mod">
          <ac:chgData name="tkddd rkd" userId="52e8a7badf671b05" providerId="LiveId" clId="{53BF42DF-B3B4-4C70-9CE8-9E8EB4DD6514}" dt="2025-08-17T15:55:18.831" v="177" actId="478"/>
          <ac:cxnSpMkLst>
            <pc:docMk/>
            <pc:sldMk cId="4174816514" sldId="259"/>
            <ac:cxnSpMk id="11" creationId="{3595B1DC-3649-79AD-19F4-09CE8E70FC7F}"/>
          </ac:cxnSpMkLst>
        </pc:cxnChg>
        <pc:cxnChg chg="del mod">
          <ac:chgData name="tkddd rkd" userId="52e8a7badf671b05" providerId="LiveId" clId="{53BF42DF-B3B4-4C70-9CE8-9E8EB4DD6514}" dt="2025-08-17T15:55:18.831" v="177" actId="478"/>
          <ac:cxnSpMkLst>
            <pc:docMk/>
            <pc:sldMk cId="4174816514" sldId="259"/>
            <ac:cxnSpMk id="62" creationId="{F79C8DA8-0ADA-A8C9-7A07-21A76869D062}"/>
          </ac:cxnSpMkLst>
        </pc:cxnChg>
        <pc:cxnChg chg="mod">
          <ac:chgData name="tkddd rkd" userId="52e8a7badf671b05" providerId="LiveId" clId="{53BF42DF-B3B4-4C70-9CE8-9E8EB4DD6514}" dt="2025-08-17T15:55:23.287" v="178" actId="1076"/>
          <ac:cxnSpMkLst>
            <pc:docMk/>
            <pc:sldMk cId="4174816514" sldId="259"/>
            <ac:cxnSpMk id="63" creationId="{B3E1103E-A53D-74D3-4D80-8C4B5DC4ACC6}"/>
          </ac:cxnSpMkLst>
        </pc:cxnChg>
        <pc:cxnChg chg="mod">
          <ac:chgData name="tkddd rkd" userId="52e8a7badf671b05" providerId="LiveId" clId="{53BF42DF-B3B4-4C70-9CE8-9E8EB4DD6514}" dt="2025-08-17T15:55:26.950" v="179" actId="14100"/>
          <ac:cxnSpMkLst>
            <pc:docMk/>
            <pc:sldMk cId="4174816514" sldId="259"/>
            <ac:cxnSpMk id="65" creationId="{81C58F10-A43C-D89D-BFED-7CB6FEB38FC0}"/>
          </ac:cxnSpMkLst>
        </pc:cxnChg>
        <pc:cxnChg chg="mod">
          <ac:chgData name="tkddd rkd" userId="52e8a7badf671b05" providerId="LiveId" clId="{53BF42DF-B3B4-4C70-9CE8-9E8EB4DD6514}" dt="2025-08-17T15:55:23.287" v="178" actId="1076"/>
          <ac:cxnSpMkLst>
            <pc:docMk/>
            <pc:sldMk cId="4174816514" sldId="259"/>
            <ac:cxnSpMk id="66" creationId="{E4D5147D-FCDA-51F4-35D1-BE68A290E3F0}"/>
          </ac:cxnSpMkLst>
        </pc:cxnChg>
        <pc:cxnChg chg="add mod">
          <ac:chgData name="tkddd rkd" userId="52e8a7badf671b05" providerId="LiveId" clId="{53BF42DF-B3B4-4C70-9CE8-9E8EB4DD6514}" dt="2025-08-17T15:56:52.147" v="258" actId="14100"/>
          <ac:cxnSpMkLst>
            <pc:docMk/>
            <pc:sldMk cId="4174816514" sldId="259"/>
            <ac:cxnSpMk id="71" creationId="{78B372C2-DE9E-3DD6-D722-9CE09FC0ED14}"/>
          </ac:cxnSpMkLst>
        </pc:cxnChg>
      </pc:sldChg>
      <pc:sldChg chg="addSp delSp modSp new mod">
        <pc:chgData name="tkddd rkd" userId="52e8a7badf671b05" providerId="LiveId" clId="{53BF42DF-B3B4-4C70-9CE8-9E8EB4DD6514}" dt="2025-08-17T22:57:00.156" v="3804" actId="1076"/>
        <pc:sldMkLst>
          <pc:docMk/>
          <pc:sldMk cId="2903543363" sldId="260"/>
        </pc:sldMkLst>
        <pc:spChg chg="del">
          <ac:chgData name="tkddd rkd" userId="52e8a7badf671b05" providerId="LiveId" clId="{53BF42DF-B3B4-4C70-9CE8-9E8EB4DD6514}" dt="2025-08-17T20:52:21.852" v="287" actId="478"/>
          <ac:spMkLst>
            <pc:docMk/>
            <pc:sldMk cId="2903543363" sldId="260"/>
            <ac:spMk id="2" creationId="{06C0708C-3264-969F-5B0C-7D8D67473089}"/>
          </ac:spMkLst>
        </pc:spChg>
        <pc:spChg chg="del">
          <ac:chgData name="tkddd rkd" userId="52e8a7badf671b05" providerId="LiveId" clId="{53BF42DF-B3B4-4C70-9CE8-9E8EB4DD6514}" dt="2025-08-17T20:52:21.852" v="287" actId="478"/>
          <ac:spMkLst>
            <pc:docMk/>
            <pc:sldMk cId="2903543363" sldId="260"/>
            <ac:spMk id="3" creationId="{EA0574D5-3AB3-6DE9-698F-72942352DD33}"/>
          </ac:spMkLst>
        </pc:spChg>
        <pc:spChg chg="add del mod">
          <ac:chgData name="tkddd rkd" userId="52e8a7badf671b05" providerId="LiveId" clId="{53BF42DF-B3B4-4C70-9CE8-9E8EB4DD6514}" dt="2025-08-17T20:59:39.820" v="712" actId="478"/>
          <ac:spMkLst>
            <pc:docMk/>
            <pc:sldMk cId="2903543363" sldId="260"/>
            <ac:spMk id="4" creationId="{480D29F1-B3EC-BE9F-3248-C2EDB230BD81}"/>
          </ac:spMkLst>
        </pc:spChg>
        <pc:spChg chg="add del mod">
          <ac:chgData name="tkddd rkd" userId="52e8a7badf671b05" providerId="LiveId" clId="{53BF42DF-B3B4-4C70-9CE8-9E8EB4DD6514}" dt="2025-08-17T20:53:38.484" v="358" actId="478"/>
          <ac:spMkLst>
            <pc:docMk/>
            <pc:sldMk cId="2903543363" sldId="260"/>
            <ac:spMk id="5" creationId="{CB5C4868-B446-FA46-C54C-3BEBF4B5CEBD}"/>
          </ac:spMkLst>
        </pc:spChg>
        <pc:spChg chg="add del mod">
          <ac:chgData name="tkddd rkd" userId="52e8a7badf671b05" providerId="LiveId" clId="{53BF42DF-B3B4-4C70-9CE8-9E8EB4DD6514}" dt="2025-08-17T21:51:31.162" v="987" actId="478"/>
          <ac:spMkLst>
            <pc:docMk/>
            <pc:sldMk cId="2903543363" sldId="260"/>
            <ac:spMk id="6" creationId="{15586191-95B0-897E-B21B-AF285468BBC2}"/>
          </ac:spMkLst>
        </pc:spChg>
        <pc:spChg chg="add del mod">
          <ac:chgData name="tkddd rkd" userId="52e8a7badf671b05" providerId="LiveId" clId="{53BF42DF-B3B4-4C70-9CE8-9E8EB4DD6514}" dt="2025-08-17T21:51:31.162" v="987" actId="478"/>
          <ac:spMkLst>
            <pc:docMk/>
            <pc:sldMk cId="2903543363" sldId="260"/>
            <ac:spMk id="7" creationId="{FC22C2AC-EDEE-D64D-F68B-7CD87216A59F}"/>
          </ac:spMkLst>
        </pc:spChg>
        <pc:spChg chg="add mod">
          <ac:chgData name="tkddd rkd" userId="52e8a7badf671b05" providerId="LiveId" clId="{53BF42DF-B3B4-4C70-9CE8-9E8EB4DD6514}" dt="2025-08-17T20:59:59.022" v="769" actId="20577"/>
          <ac:spMkLst>
            <pc:docMk/>
            <pc:sldMk cId="2903543363" sldId="260"/>
            <ac:spMk id="9" creationId="{FE2D9FC3-4C8E-1624-9416-21D86E5431EB}"/>
          </ac:spMkLst>
        </pc:spChg>
        <pc:spChg chg="add mod">
          <ac:chgData name="tkddd rkd" userId="52e8a7badf671b05" providerId="LiveId" clId="{53BF42DF-B3B4-4C70-9CE8-9E8EB4DD6514}" dt="2025-08-17T22:12:00.884" v="1954" actId="20577"/>
          <ac:spMkLst>
            <pc:docMk/>
            <pc:sldMk cId="2903543363" sldId="260"/>
            <ac:spMk id="10" creationId="{6A922268-1DB5-B29B-3FD1-4499CBD3194F}"/>
          </ac:spMkLst>
        </pc:spChg>
        <pc:spChg chg="add mod">
          <ac:chgData name="tkddd rkd" userId="52e8a7badf671b05" providerId="LiveId" clId="{53BF42DF-B3B4-4C70-9CE8-9E8EB4DD6514}" dt="2025-08-17T20:54:57.495" v="471" actId="255"/>
          <ac:spMkLst>
            <pc:docMk/>
            <pc:sldMk cId="2903543363" sldId="260"/>
            <ac:spMk id="11" creationId="{EC6ED5D9-6957-E1EC-4710-705B9DA121F6}"/>
          </ac:spMkLst>
        </pc:spChg>
        <pc:spChg chg="add mod">
          <ac:chgData name="tkddd rkd" userId="52e8a7badf671b05" providerId="LiveId" clId="{53BF42DF-B3B4-4C70-9CE8-9E8EB4DD6514}" dt="2025-08-17T20:54:57.495" v="471" actId="255"/>
          <ac:spMkLst>
            <pc:docMk/>
            <pc:sldMk cId="2903543363" sldId="260"/>
            <ac:spMk id="12" creationId="{CC376BE5-30FF-EF78-8327-5CCDF2AEA308}"/>
          </ac:spMkLst>
        </pc:spChg>
        <pc:spChg chg="add mod">
          <ac:chgData name="tkddd rkd" userId="52e8a7badf671b05" providerId="LiveId" clId="{53BF42DF-B3B4-4C70-9CE8-9E8EB4DD6514}" dt="2025-08-17T20:54:57.495" v="471" actId="255"/>
          <ac:spMkLst>
            <pc:docMk/>
            <pc:sldMk cId="2903543363" sldId="260"/>
            <ac:spMk id="13" creationId="{2251FE77-79E3-27B4-9D91-900CEC9E7F1E}"/>
          </ac:spMkLst>
        </pc:spChg>
        <pc:spChg chg="add mod">
          <ac:chgData name="tkddd rkd" userId="52e8a7badf671b05" providerId="LiveId" clId="{53BF42DF-B3B4-4C70-9CE8-9E8EB4DD6514}" dt="2025-08-17T20:54:57.495" v="471" actId="255"/>
          <ac:spMkLst>
            <pc:docMk/>
            <pc:sldMk cId="2903543363" sldId="260"/>
            <ac:spMk id="14" creationId="{C5B98B5A-91CB-B2E0-2A62-B57A45D8CB21}"/>
          </ac:spMkLst>
        </pc:spChg>
        <pc:spChg chg="add mod">
          <ac:chgData name="tkddd rkd" userId="52e8a7badf671b05" providerId="LiveId" clId="{53BF42DF-B3B4-4C70-9CE8-9E8EB4DD6514}" dt="2025-08-17T20:59:46.380" v="733" actId="6549"/>
          <ac:spMkLst>
            <pc:docMk/>
            <pc:sldMk cId="2903543363" sldId="260"/>
            <ac:spMk id="20" creationId="{B918E901-69F8-3724-3AB7-BF0A110AB3F8}"/>
          </ac:spMkLst>
        </pc:spChg>
        <pc:spChg chg="add del mod">
          <ac:chgData name="tkddd rkd" userId="52e8a7badf671b05" providerId="LiveId" clId="{53BF42DF-B3B4-4C70-9CE8-9E8EB4DD6514}" dt="2025-08-17T21:51:31.162" v="987" actId="478"/>
          <ac:spMkLst>
            <pc:docMk/>
            <pc:sldMk cId="2903543363" sldId="260"/>
            <ac:spMk id="21" creationId="{BF53AA5B-CE7F-47E2-AFAF-8630E277F3DE}"/>
          </ac:spMkLst>
        </pc:spChg>
        <pc:spChg chg="add mod">
          <ac:chgData name="tkddd rkd" userId="52e8a7badf671b05" providerId="LiveId" clId="{53BF42DF-B3B4-4C70-9CE8-9E8EB4DD6514}" dt="2025-08-17T22:57:00.156" v="3804" actId="1076"/>
          <ac:spMkLst>
            <pc:docMk/>
            <pc:sldMk cId="2903543363" sldId="260"/>
            <ac:spMk id="22" creationId="{5A1CC1A1-4D44-3B51-5595-5FBDB53B5F6F}"/>
          </ac:spMkLst>
        </pc:spChg>
        <pc:spChg chg="add mod">
          <ac:chgData name="tkddd rkd" userId="52e8a7badf671b05" providerId="LiveId" clId="{53BF42DF-B3B4-4C70-9CE8-9E8EB4DD6514}" dt="2025-08-17T22:57:00.156" v="3804" actId="1076"/>
          <ac:spMkLst>
            <pc:docMk/>
            <pc:sldMk cId="2903543363" sldId="260"/>
            <ac:spMk id="23" creationId="{75BBFF5F-68F2-5EBA-93C0-FE76FBC1B3B4}"/>
          </ac:spMkLst>
        </pc:spChg>
        <pc:spChg chg="add mod">
          <ac:chgData name="tkddd rkd" userId="52e8a7badf671b05" providerId="LiveId" clId="{53BF42DF-B3B4-4C70-9CE8-9E8EB4DD6514}" dt="2025-08-17T22:57:00.156" v="3804" actId="1076"/>
          <ac:spMkLst>
            <pc:docMk/>
            <pc:sldMk cId="2903543363" sldId="260"/>
            <ac:spMk id="24" creationId="{B14CAAED-3077-F9AD-BB38-6AAD4209FD2A}"/>
          </ac:spMkLst>
        </pc:spChg>
        <pc:spChg chg="add mod">
          <ac:chgData name="tkddd rkd" userId="52e8a7badf671b05" providerId="LiveId" clId="{53BF42DF-B3B4-4C70-9CE8-9E8EB4DD6514}" dt="2025-08-17T22:57:00.156" v="3804" actId="1076"/>
          <ac:spMkLst>
            <pc:docMk/>
            <pc:sldMk cId="2903543363" sldId="260"/>
            <ac:spMk id="30" creationId="{ADC19DF7-7294-8C19-149D-EFF79E098A62}"/>
          </ac:spMkLst>
        </pc:spChg>
        <pc:spChg chg="add mod">
          <ac:chgData name="tkddd rkd" userId="52e8a7badf671b05" providerId="LiveId" clId="{53BF42DF-B3B4-4C70-9CE8-9E8EB4DD6514}" dt="2025-08-17T22:13:05.724" v="2031" actId="164"/>
          <ac:spMkLst>
            <pc:docMk/>
            <pc:sldMk cId="2903543363" sldId="260"/>
            <ac:spMk id="32" creationId="{C0DB63F3-96A6-91D2-55C5-8E678F843718}"/>
          </ac:spMkLst>
        </pc:spChg>
        <pc:spChg chg="add mod">
          <ac:chgData name="tkddd rkd" userId="52e8a7badf671b05" providerId="LiveId" clId="{53BF42DF-B3B4-4C70-9CE8-9E8EB4DD6514}" dt="2025-08-17T22:13:05.724" v="2031" actId="164"/>
          <ac:spMkLst>
            <pc:docMk/>
            <pc:sldMk cId="2903543363" sldId="260"/>
            <ac:spMk id="33" creationId="{16B6A46D-A402-3A04-52A0-B19FC4CB2917}"/>
          </ac:spMkLst>
        </pc:spChg>
        <pc:spChg chg="add mod">
          <ac:chgData name="tkddd rkd" userId="52e8a7badf671b05" providerId="LiveId" clId="{53BF42DF-B3B4-4C70-9CE8-9E8EB4DD6514}" dt="2025-08-17T22:13:10.562" v="2032" actId="164"/>
          <ac:spMkLst>
            <pc:docMk/>
            <pc:sldMk cId="2903543363" sldId="260"/>
            <ac:spMk id="34" creationId="{1A7A13AF-C01E-BBBF-8A37-FB3A19C5B329}"/>
          </ac:spMkLst>
        </pc:spChg>
        <pc:spChg chg="add mod">
          <ac:chgData name="tkddd rkd" userId="52e8a7badf671b05" providerId="LiveId" clId="{53BF42DF-B3B4-4C70-9CE8-9E8EB4DD6514}" dt="2025-08-17T22:13:10.562" v="2032" actId="164"/>
          <ac:spMkLst>
            <pc:docMk/>
            <pc:sldMk cId="2903543363" sldId="260"/>
            <ac:spMk id="35" creationId="{1E62C023-E5D3-3A86-AB4F-5C78BC80116F}"/>
          </ac:spMkLst>
        </pc:spChg>
        <pc:spChg chg="add mod">
          <ac:chgData name="tkddd rkd" userId="52e8a7badf671b05" providerId="LiveId" clId="{53BF42DF-B3B4-4C70-9CE8-9E8EB4DD6514}" dt="2025-08-17T22:12:59.342" v="2030" actId="164"/>
          <ac:spMkLst>
            <pc:docMk/>
            <pc:sldMk cId="2903543363" sldId="260"/>
            <ac:spMk id="36" creationId="{D7896485-D79A-4815-4F74-B899355C1D16}"/>
          </ac:spMkLst>
        </pc:spChg>
        <pc:spChg chg="add mod">
          <ac:chgData name="tkddd rkd" userId="52e8a7badf671b05" providerId="LiveId" clId="{53BF42DF-B3B4-4C70-9CE8-9E8EB4DD6514}" dt="2025-08-17T22:12:59.342" v="2030" actId="164"/>
          <ac:spMkLst>
            <pc:docMk/>
            <pc:sldMk cId="2903543363" sldId="260"/>
            <ac:spMk id="37" creationId="{4972331B-0B04-66AB-7FF9-FF22D0C24078}"/>
          </ac:spMkLst>
        </pc:spChg>
        <pc:spChg chg="add mod">
          <ac:chgData name="tkddd rkd" userId="52e8a7badf671b05" providerId="LiveId" clId="{53BF42DF-B3B4-4C70-9CE8-9E8EB4DD6514}" dt="2025-08-17T22:13:13.820" v="2033" actId="164"/>
          <ac:spMkLst>
            <pc:docMk/>
            <pc:sldMk cId="2903543363" sldId="260"/>
            <ac:spMk id="38" creationId="{AA4205DB-9F84-0CCD-2B49-A3D95B5150A3}"/>
          </ac:spMkLst>
        </pc:spChg>
        <pc:spChg chg="add mod">
          <ac:chgData name="tkddd rkd" userId="52e8a7badf671b05" providerId="LiveId" clId="{53BF42DF-B3B4-4C70-9CE8-9E8EB4DD6514}" dt="2025-08-17T22:13:13.820" v="2033" actId="164"/>
          <ac:spMkLst>
            <pc:docMk/>
            <pc:sldMk cId="2903543363" sldId="260"/>
            <ac:spMk id="39" creationId="{8B2AABE3-2B30-B799-4198-F0D84B1C0F1F}"/>
          </ac:spMkLst>
        </pc:spChg>
        <pc:spChg chg="add mod">
          <ac:chgData name="tkddd rkd" userId="52e8a7badf671b05" providerId="LiveId" clId="{53BF42DF-B3B4-4C70-9CE8-9E8EB4DD6514}" dt="2025-08-17T22:26:45.430" v="2474" actId="571"/>
          <ac:spMkLst>
            <pc:docMk/>
            <pc:sldMk cId="2903543363" sldId="260"/>
            <ac:spMk id="40" creationId="{F9F3D00E-90FE-F7C8-0FD1-C45C94CBDC99}"/>
          </ac:spMkLst>
        </pc:spChg>
        <pc:spChg chg="add mod">
          <ac:chgData name="tkddd rkd" userId="52e8a7badf671b05" providerId="LiveId" clId="{53BF42DF-B3B4-4C70-9CE8-9E8EB4DD6514}" dt="2025-08-17T22:26:45.430" v="2474" actId="571"/>
          <ac:spMkLst>
            <pc:docMk/>
            <pc:sldMk cId="2903543363" sldId="260"/>
            <ac:spMk id="41" creationId="{9C063FD3-0CBF-4E52-C6DF-C4B7F4C71944}"/>
          </ac:spMkLst>
        </pc:spChg>
        <pc:spChg chg="add mod">
          <ac:chgData name="tkddd rkd" userId="52e8a7badf671b05" providerId="LiveId" clId="{53BF42DF-B3B4-4C70-9CE8-9E8EB4DD6514}" dt="2025-08-17T22:57:00.156" v="3804" actId="1076"/>
          <ac:spMkLst>
            <pc:docMk/>
            <pc:sldMk cId="2903543363" sldId="260"/>
            <ac:spMk id="47" creationId="{492049C7-2B83-281E-A033-A9C506D28FBE}"/>
          </ac:spMkLst>
        </pc:spChg>
        <pc:spChg chg="add mod">
          <ac:chgData name="tkddd rkd" userId="52e8a7badf671b05" providerId="LiveId" clId="{53BF42DF-B3B4-4C70-9CE8-9E8EB4DD6514}" dt="2025-08-17T22:26:57.924" v="2508" actId="1076"/>
          <ac:spMkLst>
            <pc:docMk/>
            <pc:sldMk cId="2903543363" sldId="260"/>
            <ac:spMk id="48" creationId="{FD1458BB-61E3-1222-C908-EF3008F0DB3B}"/>
          </ac:spMkLst>
        </pc:spChg>
        <pc:spChg chg="add mod">
          <ac:chgData name="tkddd rkd" userId="52e8a7badf671b05" providerId="LiveId" clId="{53BF42DF-B3B4-4C70-9CE8-9E8EB4DD6514}" dt="2025-08-17T22:54:44.129" v="3550"/>
          <ac:spMkLst>
            <pc:docMk/>
            <pc:sldMk cId="2903543363" sldId="260"/>
            <ac:spMk id="49" creationId="{E9EB5B42-8444-9511-A599-897304AFE24A}"/>
          </ac:spMkLst>
        </pc:spChg>
        <pc:grpChg chg="add mod">
          <ac:chgData name="tkddd rkd" userId="52e8a7badf671b05" providerId="LiveId" clId="{53BF42DF-B3B4-4C70-9CE8-9E8EB4DD6514}" dt="2025-08-17T22:57:00.156" v="3804" actId="1076"/>
          <ac:grpSpMkLst>
            <pc:docMk/>
            <pc:sldMk cId="2903543363" sldId="260"/>
            <ac:grpSpMk id="42" creationId="{D5E36EF6-5CB6-81AF-F925-68D9E3CCD14E}"/>
          </ac:grpSpMkLst>
        </pc:grpChg>
        <pc:grpChg chg="add mod">
          <ac:chgData name="tkddd rkd" userId="52e8a7badf671b05" providerId="LiveId" clId="{53BF42DF-B3B4-4C70-9CE8-9E8EB4DD6514}" dt="2025-08-17T22:57:00.156" v="3804" actId="1076"/>
          <ac:grpSpMkLst>
            <pc:docMk/>
            <pc:sldMk cId="2903543363" sldId="260"/>
            <ac:grpSpMk id="43" creationId="{7BAEA56A-EA9E-7A51-E007-FE36213306EB}"/>
          </ac:grpSpMkLst>
        </pc:grpChg>
        <pc:grpChg chg="add del mod">
          <ac:chgData name="tkddd rkd" userId="52e8a7badf671b05" providerId="LiveId" clId="{53BF42DF-B3B4-4C70-9CE8-9E8EB4DD6514}" dt="2025-08-17T22:56:49.914" v="3801" actId="478"/>
          <ac:grpSpMkLst>
            <pc:docMk/>
            <pc:sldMk cId="2903543363" sldId="260"/>
            <ac:grpSpMk id="44" creationId="{1F6602AD-3084-6BD1-FB6B-EB37E079BEF9}"/>
          </ac:grpSpMkLst>
        </pc:grpChg>
        <pc:grpChg chg="add del mod">
          <ac:chgData name="tkddd rkd" userId="52e8a7badf671b05" providerId="LiveId" clId="{53BF42DF-B3B4-4C70-9CE8-9E8EB4DD6514}" dt="2025-08-17T22:56:49.914" v="3801" actId="478"/>
          <ac:grpSpMkLst>
            <pc:docMk/>
            <pc:sldMk cId="2903543363" sldId="260"/>
            <ac:grpSpMk id="45" creationId="{3EE64F64-2E64-1C21-6BFE-7651FD746534}"/>
          </ac:grpSpMkLst>
        </pc:grpChg>
        <pc:grpChg chg="add mod">
          <ac:chgData name="tkddd rkd" userId="52e8a7badf671b05" providerId="LiveId" clId="{53BF42DF-B3B4-4C70-9CE8-9E8EB4DD6514}" dt="2025-08-17T22:57:00.156" v="3804" actId="1076"/>
          <ac:grpSpMkLst>
            <pc:docMk/>
            <pc:sldMk cId="2903543363" sldId="260"/>
            <ac:grpSpMk id="46" creationId="{C6E81407-1EFC-37B1-CCEE-97E294021EAE}"/>
          </ac:grpSpMkLst>
        </pc:grpChg>
        <pc:picChg chg="add mod ord">
          <ac:chgData name="tkddd rkd" userId="52e8a7badf671b05" providerId="LiveId" clId="{53BF42DF-B3B4-4C70-9CE8-9E8EB4DD6514}" dt="2025-08-17T22:57:00.156" v="3804" actId="1076"/>
          <ac:picMkLst>
            <pc:docMk/>
            <pc:sldMk cId="2903543363" sldId="260"/>
            <ac:picMk id="26" creationId="{B231D992-0173-57F2-6CB8-0890E104B8E3}"/>
          </ac:picMkLst>
        </pc:picChg>
        <pc:cxnChg chg="add del mod">
          <ac:chgData name="tkddd rkd" userId="52e8a7badf671b05" providerId="LiveId" clId="{53BF42DF-B3B4-4C70-9CE8-9E8EB4DD6514}" dt="2025-08-17T20:54:48.113" v="470" actId="478"/>
          <ac:cxnSpMkLst>
            <pc:docMk/>
            <pc:sldMk cId="2903543363" sldId="260"/>
            <ac:cxnSpMk id="8" creationId="{453760BA-1D39-A169-A95D-65C2A856B2FF}"/>
          </ac:cxnSpMkLst>
        </pc:cxnChg>
        <pc:cxnChg chg="add mod">
          <ac:chgData name="tkddd rkd" userId="52e8a7badf671b05" providerId="LiveId" clId="{53BF42DF-B3B4-4C70-9CE8-9E8EB4DD6514}" dt="2025-08-17T20:53:42.230" v="360" actId="1076"/>
          <ac:cxnSpMkLst>
            <pc:docMk/>
            <pc:sldMk cId="2903543363" sldId="260"/>
            <ac:cxnSpMk id="15" creationId="{1BC6665B-B6FD-C93D-CFA8-AF47DD29FB9E}"/>
          </ac:cxnSpMkLst>
        </pc:cxnChg>
        <pc:cxnChg chg="add mod">
          <ac:chgData name="tkddd rkd" userId="52e8a7badf671b05" providerId="LiveId" clId="{53BF42DF-B3B4-4C70-9CE8-9E8EB4DD6514}" dt="2025-08-17T20:53:42.230" v="360" actId="1076"/>
          <ac:cxnSpMkLst>
            <pc:docMk/>
            <pc:sldMk cId="2903543363" sldId="260"/>
            <ac:cxnSpMk id="16" creationId="{661D72B8-0B4F-C267-84CA-909DC0F72D4F}"/>
          </ac:cxnSpMkLst>
        </pc:cxnChg>
        <pc:cxnChg chg="add mod">
          <ac:chgData name="tkddd rkd" userId="52e8a7badf671b05" providerId="LiveId" clId="{53BF42DF-B3B4-4C70-9CE8-9E8EB4DD6514}" dt="2025-08-17T20:53:42.230" v="360" actId="1076"/>
          <ac:cxnSpMkLst>
            <pc:docMk/>
            <pc:sldMk cId="2903543363" sldId="260"/>
            <ac:cxnSpMk id="17" creationId="{307A934D-B0E5-65F7-A9FD-FEE7D25B6E96}"/>
          </ac:cxnSpMkLst>
        </pc:cxnChg>
        <pc:cxnChg chg="add mod">
          <ac:chgData name="tkddd rkd" userId="52e8a7badf671b05" providerId="LiveId" clId="{53BF42DF-B3B4-4C70-9CE8-9E8EB4DD6514}" dt="2025-08-17T20:53:42.230" v="360" actId="1076"/>
          <ac:cxnSpMkLst>
            <pc:docMk/>
            <pc:sldMk cId="2903543363" sldId="260"/>
            <ac:cxnSpMk id="19" creationId="{25A2D8FC-0D60-B22D-357C-414F2DC766B7}"/>
          </ac:cxnSpMkLst>
        </pc:cxnChg>
        <pc:cxnChg chg="add del mod ord">
          <ac:chgData name="tkddd rkd" userId="52e8a7badf671b05" providerId="LiveId" clId="{53BF42DF-B3B4-4C70-9CE8-9E8EB4DD6514}" dt="2025-08-17T22:02:21.265" v="1155" actId="478"/>
          <ac:cxnSpMkLst>
            <pc:docMk/>
            <pc:sldMk cId="2903543363" sldId="260"/>
            <ac:cxnSpMk id="27" creationId="{E7CB3414-4271-F6FE-F4B3-794F74369ED6}"/>
          </ac:cxnSpMkLst>
        </pc:cxnChg>
      </pc:sldChg>
      <pc:sldChg chg="addSp delSp modSp add mod">
        <pc:chgData name="tkddd rkd" userId="52e8a7badf671b05" providerId="LiveId" clId="{53BF42DF-B3B4-4C70-9CE8-9E8EB4DD6514}" dt="2025-08-17T22:09:58.213" v="1757" actId="22"/>
        <pc:sldMkLst>
          <pc:docMk/>
          <pc:sldMk cId="3522606268" sldId="261"/>
        </pc:sldMkLst>
        <pc:spChg chg="add mod">
          <ac:chgData name="tkddd rkd" userId="52e8a7badf671b05" providerId="LiveId" clId="{53BF42DF-B3B4-4C70-9CE8-9E8EB4DD6514}" dt="2025-08-17T20:58:00.991" v="685" actId="1076"/>
          <ac:spMkLst>
            <pc:docMk/>
            <pc:sldMk cId="3522606268" sldId="261"/>
            <ac:spMk id="2" creationId="{4FD63F75-8E5B-437A-D8C8-434C987E6DCB}"/>
          </ac:spMkLst>
        </pc:spChg>
        <pc:spChg chg="mod">
          <ac:chgData name="tkddd rkd" userId="52e8a7badf671b05" providerId="LiveId" clId="{53BF42DF-B3B4-4C70-9CE8-9E8EB4DD6514}" dt="2025-08-17T21:09:07.879" v="906" actId="6549"/>
          <ac:spMkLst>
            <pc:docMk/>
            <pc:sldMk cId="3522606268" sldId="261"/>
            <ac:spMk id="4" creationId="{AFBF7552-39CC-25A6-E991-0A63C92D6304}"/>
          </ac:spMkLst>
        </pc:spChg>
        <pc:spChg chg="add mod">
          <ac:chgData name="tkddd rkd" userId="52e8a7badf671b05" providerId="LiveId" clId="{53BF42DF-B3B4-4C70-9CE8-9E8EB4DD6514}" dt="2025-08-17T20:57:49.932" v="684" actId="1076"/>
          <ac:spMkLst>
            <pc:docMk/>
            <pc:sldMk cId="3522606268" sldId="261"/>
            <ac:spMk id="5" creationId="{EE727CAE-307D-27B4-04B4-375DC3E8AE5B}"/>
          </ac:spMkLst>
        </pc:spChg>
        <pc:spChg chg="mod">
          <ac:chgData name="tkddd rkd" userId="52e8a7badf671b05" providerId="LiveId" clId="{53BF42DF-B3B4-4C70-9CE8-9E8EB4DD6514}" dt="2025-08-17T20:56:32.486" v="524" actId="20577"/>
          <ac:spMkLst>
            <pc:docMk/>
            <pc:sldMk cId="3522606268" sldId="261"/>
            <ac:spMk id="10" creationId="{9612257D-B07C-1ACE-FD66-A7A9ACDEE36C}"/>
          </ac:spMkLst>
        </pc:spChg>
        <pc:spChg chg="mod">
          <ac:chgData name="tkddd rkd" userId="52e8a7badf671b05" providerId="LiveId" clId="{53BF42DF-B3B4-4C70-9CE8-9E8EB4DD6514}" dt="2025-08-17T20:57:01.286" v="603" actId="20577"/>
          <ac:spMkLst>
            <pc:docMk/>
            <pc:sldMk cId="3522606268" sldId="261"/>
            <ac:spMk id="11" creationId="{1480B001-EC29-EBF2-3A7D-70FC62FEF220}"/>
          </ac:spMkLst>
        </pc:spChg>
        <pc:spChg chg="mod">
          <ac:chgData name="tkddd rkd" userId="52e8a7badf671b05" providerId="LiveId" clId="{53BF42DF-B3B4-4C70-9CE8-9E8EB4DD6514}" dt="2025-08-17T21:50:51.623" v="965" actId="20577"/>
          <ac:spMkLst>
            <pc:docMk/>
            <pc:sldMk cId="3522606268" sldId="261"/>
            <ac:spMk id="12" creationId="{280D2E71-BB35-7E6B-7BC4-0E53500EB282}"/>
          </ac:spMkLst>
        </pc:spChg>
        <pc:spChg chg="mod">
          <ac:chgData name="tkddd rkd" userId="52e8a7badf671b05" providerId="LiveId" clId="{53BF42DF-B3B4-4C70-9CE8-9E8EB4DD6514}" dt="2025-08-17T21:50:59.847" v="983" actId="20577"/>
          <ac:spMkLst>
            <pc:docMk/>
            <pc:sldMk cId="3522606268" sldId="261"/>
            <ac:spMk id="13" creationId="{4B543635-9DC2-91CF-EA17-5CDB59D07E00}"/>
          </ac:spMkLst>
        </pc:spChg>
        <pc:spChg chg="mod">
          <ac:chgData name="tkddd rkd" userId="52e8a7badf671b05" providerId="LiveId" clId="{53BF42DF-B3B4-4C70-9CE8-9E8EB4DD6514}" dt="2025-08-17T21:50:35.862" v="919" actId="1076"/>
          <ac:spMkLst>
            <pc:docMk/>
            <pc:sldMk cId="3522606268" sldId="261"/>
            <ac:spMk id="14" creationId="{D0B46010-1656-7DCB-CAB0-C9AF1E22B373}"/>
          </ac:spMkLst>
        </pc:spChg>
        <pc:spChg chg="add mod">
          <ac:chgData name="tkddd rkd" userId="52e8a7badf671b05" providerId="LiveId" clId="{53BF42DF-B3B4-4C70-9CE8-9E8EB4DD6514}" dt="2025-08-17T21:50:26.229" v="917"/>
          <ac:spMkLst>
            <pc:docMk/>
            <pc:sldMk cId="3522606268" sldId="261"/>
            <ac:spMk id="20" creationId="{51D17402-57D9-C24C-E888-786FD0058B37}"/>
          </ac:spMkLst>
        </pc:spChg>
        <pc:picChg chg="add del">
          <ac:chgData name="tkddd rkd" userId="52e8a7badf671b05" providerId="LiveId" clId="{53BF42DF-B3B4-4C70-9CE8-9E8EB4DD6514}" dt="2025-08-17T22:09:58.213" v="1757" actId="22"/>
          <ac:picMkLst>
            <pc:docMk/>
            <pc:sldMk cId="3522606268" sldId="261"/>
            <ac:picMk id="25" creationId="{7F51A70C-E0B8-904E-82F1-A7CB2B81930C}"/>
          </ac:picMkLst>
        </pc:picChg>
        <pc:cxnChg chg="add mod">
          <ac:chgData name="tkddd rkd" userId="52e8a7badf671b05" providerId="LiveId" clId="{53BF42DF-B3B4-4C70-9CE8-9E8EB4DD6514}" dt="2025-08-17T20:58:00.991" v="685" actId="1076"/>
          <ac:cxnSpMkLst>
            <pc:docMk/>
            <pc:sldMk cId="3522606268" sldId="261"/>
            <ac:cxnSpMk id="3" creationId="{37E04D20-7989-A87F-CD79-472F8693B6D8}"/>
          </ac:cxnSpMkLst>
        </pc:cxnChg>
        <pc:cxnChg chg="add mod">
          <ac:chgData name="tkddd rkd" userId="52e8a7badf671b05" providerId="LiveId" clId="{53BF42DF-B3B4-4C70-9CE8-9E8EB4DD6514}" dt="2025-08-17T20:57:49.932" v="684" actId="1076"/>
          <ac:cxnSpMkLst>
            <pc:docMk/>
            <pc:sldMk cId="3522606268" sldId="261"/>
            <ac:cxnSpMk id="8" creationId="{B259DBFD-CEC3-FE57-7A98-E960663F4123}"/>
          </ac:cxnSpMkLst>
        </pc:cxnChg>
        <pc:cxnChg chg="mod">
          <ac:chgData name="tkddd rkd" userId="52e8a7badf671b05" providerId="LiveId" clId="{53BF42DF-B3B4-4C70-9CE8-9E8EB4DD6514}" dt="2025-08-17T21:50:35.862" v="919" actId="1076"/>
          <ac:cxnSpMkLst>
            <pc:docMk/>
            <pc:sldMk cId="3522606268" sldId="261"/>
            <ac:cxnSpMk id="17" creationId="{02A24EF9-F76C-BA17-869E-CB5C21A4B3BE}"/>
          </ac:cxnSpMkLst>
        </pc:cxnChg>
        <pc:cxnChg chg="mod">
          <ac:chgData name="tkddd rkd" userId="52e8a7badf671b05" providerId="LiveId" clId="{53BF42DF-B3B4-4C70-9CE8-9E8EB4DD6514}" dt="2025-08-17T21:50:35.862" v="919" actId="1076"/>
          <ac:cxnSpMkLst>
            <pc:docMk/>
            <pc:sldMk cId="3522606268" sldId="261"/>
            <ac:cxnSpMk id="18" creationId="{9668642A-574B-5F70-855A-03436E47AB1D}"/>
          </ac:cxnSpMkLst>
        </pc:cxnChg>
        <pc:cxnChg chg="mod">
          <ac:chgData name="tkddd rkd" userId="52e8a7badf671b05" providerId="LiveId" clId="{53BF42DF-B3B4-4C70-9CE8-9E8EB4DD6514}" dt="2025-08-17T21:50:35.862" v="919" actId="1076"/>
          <ac:cxnSpMkLst>
            <pc:docMk/>
            <pc:sldMk cId="3522606268" sldId="261"/>
            <ac:cxnSpMk id="19" creationId="{90B80004-F6E5-42E4-C0C8-5F293E47C29A}"/>
          </ac:cxnSpMkLst>
        </pc:cxnChg>
        <pc:cxnChg chg="add mod">
          <ac:chgData name="tkddd rkd" userId="52e8a7badf671b05" providerId="LiveId" clId="{53BF42DF-B3B4-4C70-9CE8-9E8EB4DD6514}" dt="2025-08-17T21:51:15.350" v="986" actId="14100"/>
          <ac:cxnSpMkLst>
            <pc:docMk/>
            <pc:sldMk cId="3522606268" sldId="261"/>
            <ac:cxnSpMk id="21" creationId="{DBC52E84-82E3-6F5D-6EC1-6E63482436EA}"/>
          </ac:cxnSpMkLst>
        </pc:cxnChg>
      </pc:sldChg>
      <pc:sldChg chg="addSp delSp modSp add mod ord">
        <pc:chgData name="tkddd rkd" userId="52e8a7badf671b05" providerId="LiveId" clId="{53BF42DF-B3B4-4C70-9CE8-9E8EB4DD6514}" dt="2025-08-17T22:52:28.386" v="3461"/>
        <pc:sldMkLst>
          <pc:docMk/>
          <pc:sldMk cId="695111737" sldId="262"/>
        </pc:sldMkLst>
        <pc:spChg chg="add mod">
          <ac:chgData name="tkddd rkd" userId="52e8a7badf671b05" providerId="LiveId" clId="{53BF42DF-B3B4-4C70-9CE8-9E8EB4DD6514}" dt="2025-08-17T21:00:51.641" v="894" actId="20577"/>
          <ac:spMkLst>
            <pc:docMk/>
            <pc:sldMk cId="695111737" sldId="262"/>
            <ac:spMk id="2" creationId="{A8596C73-32C3-B099-2A6F-0FAC04B3660B}"/>
          </ac:spMkLst>
        </pc:spChg>
        <pc:spChg chg="add mod">
          <ac:chgData name="tkddd rkd" userId="52e8a7badf671b05" providerId="LiveId" clId="{53BF42DF-B3B4-4C70-9CE8-9E8EB4DD6514}" dt="2025-08-17T22:24:45.820" v="2459" actId="164"/>
          <ac:spMkLst>
            <pc:docMk/>
            <pc:sldMk cId="695111737" sldId="262"/>
            <ac:spMk id="3" creationId="{2902491B-1E2C-1F06-4861-5F6A9CF018D8}"/>
          </ac:spMkLst>
        </pc:spChg>
        <pc:spChg chg="del mod">
          <ac:chgData name="tkddd rkd" userId="52e8a7badf671b05" providerId="LiveId" clId="{53BF42DF-B3B4-4C70-9CE8-9E8EB4DD6514}" dt="2025-08-17T21:00:45.357" v="872" actId="478"/>
          <ac:spMkLst>
            <pc:docMk/>
            <pc:sldMk cId="695111737" sldId="262"/>
            <ac:spMk id="4" creationId="{CA57135A-017D-3CCB-2D74-7C6C6A1AD6A2}"/>
          </ac:spMkLst>
        </pc:spChg>
        <pc:spChg chg="del">
          <ac:chgData name="tkddd rkd" userId="52e8a7badf671b05" providerId="LiveId" clId="{53BF42DF-B3B4-4C70-9CE8-9E8EB4DD6514}" dt="2025-08-17T22:15:19.714" v="2042" actId="478"/>
          <ac:spMkLst>
            <pc:docMk/>
            <pc:sldMk cId="695111737" sldId="262"/>
            <ac:spMk id="6" creationId="{8B5BDBF8-A3B6-0088-D6BE-1F82210461D4}"/>
          </ac:spMkLst>
        </pc:spChg>
        <pc:spChg chg="del">
          <ac:chgData name="tkddd rkd" userId="52e8a7badf671b05" providerId="LiveId" clId="{53BF42DF-B3B4-4C70-9CE8-9E8EB4DD6514}" dt="2025-08-17T22:15:19.714" v="2042" actId="478"/>
          <ac:spMkLst>
            <pc:docMk/>
            <pc:sldMk cId="695111737" sldId="262"/>
            <ac:spMk id="7" creationId="{ECFFCC09-3A90-0A40-E51C-F183BDCF3A3D}"/>
          </ac:spMkLst>
        </pc:spChg>
        <pc:spChg chg="mod">
          <ac:chgData name="tkddd rkd" userId="52e8a7badf671b05" providerId="LiveId" clId="{53BF42DF-B3B4-4C70-9CE8-9E8EB4DD6514}" dt="2025-08-17T22:21:09.310" v="2163" actId="20577"/>
          <ac:spMkLst>
            <pc:docMk/>
            <pc:sldMk cId="695111737" sldId="262"/>
            <ac:spMk id="8" creationId="{45E65F43-0324-E283-94F0-9DD1C9E3FA78}"/>
          </ac:spMkLst>
        </pc:spChg>
        <pc:spChg chg="del">
          <ac:chgData name="tkddd rkd" userId="52e8a7badf671b05" providerId="LiveId" clId="{53BF42DF-B3B4-4C70-9CE8-9E8EB4DD6514}" dt="2025-08-17T22:15:19.714" v="2042" actId="478"/>
          <ac:spMkLst>
            <pc:docMk/>
            <pc:sldMk cId="695111737" sldId="262"/>
            <ac:spMk id="9" creationId="{29B078C3-F3B2-133D-9AD5-F910DD9268B2}"/>
          </ac:spMkLst>
        </pc:spChg>
        <pc:spChg chg="del">
          <ac:chgData name="tkddd rkd" userId="52e8a7badf671b05" providerId="LiveId" clId="{53BF42DF-B3B4-4C70-9CE8-9E8EB4DD6514}" dt="2025-08-17T22:15:19.714" v="2042" actId="478"/>
          <ac:spMkLst>
            <pc:docMk/>
            <pc:sldMk cId="695111737" sldId="262"/>
            <ac:spMk id="10" creationId="{2FCD806B-0520-E9E3-FD5A-97BE787E92DB}"/>
          </ac:spMkLst>
        </pc:spChg>
        <pc:spChg chg="del">
          <ac:chgData name="tkddd rkd" userId="52e8a7badf671b05" providerId="LiveId" clId="{53BF42DF-B3B4-4C70-9CE8-9E8EB4DD6514}" dt="2025-08-17T22:15:19.714" v="2042" actId="478"/>
          <ac:spMkLst>
            <pc:docMk/>
            <pc:sldMk cId="695111737" sldId="262"/>
            <ac:spMk id="11" creationId="{C4611432-26BA-6D73-66AD-EB88D1EEA787}"/>
          </ac:spMkLst>
        </pc:spChg>
        <pc:spChg chg="del">
          <ac:chgData name="tkddd rkd" userId="52e8a7badf671b05" providerId="LiveId" clId="{53BF42DF-B3B4-4C70-9CE8-9E8EB4DD6514}" dt="2025-08-17T22:15:19.714" v="2042" actId="478"/>
          <ac:spMkLst>
            <pc:docMk/>
            <pc:sldMk cId="695111737" sldId="262"/>
            <ac:spMk id="12" creationId="{7E840B03-A64B-5B62-745C-0132C9C432D6}"/>
          </ac:spMkLst>
        </pc:spChg>
        <pc:spChg chg="del">
          <ac:chgData name="tkddd rkd" userId="52e8a7badf671b05" providerId="LiveId" clId="{53BF42DF-B3B4-4C70-9CE8-9E8EB4DD6514}" dt="2025-08-17T22:15:19.714" v="2042" actId="478"/>
          <ac:spMkLst>
            <pc:docMk/>
            <pc:sldMk cId="695111737" sldId="262"/>
            <ac:spMk id="13" creationId="{B57E09EB-11A8-3686-AE3D-FF42D3C9DB25}"/>
          </ac:spMkLst>
        </pc:spChg>
        <pc:spChg chg="del">
          <ac:chgData name="tkddd rkd" userId="52e8a7badf671b05" providerId="LiveId" clId="{53BF42DF-B3B4-4C70-9CE8-9E8EB4DD6514}" dt="2025-08-17T22:15:19.714" v="2042" actId="478"/>
          <ac:spMkLst>
            <pc:docMk/>
            <pc:sldMk cId="695111737" sldId="262"/>
            <ac:spMk id="14" creationId="{726C6B44-03C5-C621-03A5-59B0C3DB65B0}"/>
          </ac:spMkLst>
        </pc:spChg>
        <pc:spChg chg="mod">
          <ac:chgData name="tkddd rkd" userId="52e8a7badf671b05" providerId="LiveId" clId="{53BF42DF-B3B4-4C70-9CE8-9E8EB4DD6514}" dt="2025-08-17T22:21:27.171" v="2220" actId="1076"/>
          <ac:spMkLst>
            <pc:docMk/>
            <pc:sldMk cId="695111737" sldId="262"/>
            <ac:spMk id="20" creationId="{991C86B2-B29C-E31B-EB44-24B5CCFE6AAB}"/>
          </ac:spMkLst>
        </pc:spChg>
        <pc:spChg chg="mod">
          <ac:chgData name="tkddd rkd" userId="52e8a7badf671b05" providerId="LiveId" clId="{53BF42DF-B3B4-4C70-9CE8-9E8EB4DD6514}" dt="2025-08-17T22:21:44.758" v="2260" actId="20577"/>
          <ac:spMkLst>
            <pc:docMk/>
            <pc:sldMk cId="695111737" sldId="262"/>
            <ac:spMk id="22" creationId="{B4DF81F1-582F-CC8C-0D9E-0F505DC22B1C}"/>
          </ac:spMkLst>
        </pc:spChg>
        <pc:spChg chg="mod">
          <ac:chgData name="tkddd rkd" userId="52e8a7badf671b05" providerId="LiveId" clId="{53BF42DF-B3B4-4C70-9CE8-9E8EB4DD6514}" dt="2025-08-17T22:21:55.876" v="2309" actId="1076"/>
          <ac:spMkLst>
            <pc:docMk/>
            <pc:sldMk cId="695111737" sldId="262"/>
            <ac:spMk id="23" creationId="{F9DF982E-3C90-D6FF-492A-61AAC9460514}"/>
          </ac:spMkLst>
        </pc:spChg>
        <pc:spChg chg="mod">
          <ac:chgData name="tkddd rkd" userId="52e8a7badf671b05" providerId="LiveId" clId="{53BF42DF-B3B4-4C70-9CE8-9E8EB4DD6514}" dt="2025-08-17T22:15:35.668" v="2058" actId="20577"/>
          <ac:spMkLst>
            <pc:docMk/>
            <pc:sldMk cId="695111737" sldId="262"/>
            <ac:spMk id="25" creationId="{47EFF71C-2065-7D8A-9944-BBEACA746F94}"/>
          </ac:spMkLst>
        </pc:spChg>
        <pc:spChg chg="mod">
          <ac:chgData name="tkddd rkd" userId="52e8a7badf671b05" providerId="LiveId" clId="{53BF42DF-B3B4-4C70-9CE8-9E8EB4DD6514}" dt="2025-08-17T22:15:57.071" v="2134" actId="20577"/>
          <ac:spMkLst>
            <pc:docMk/>
            <pc:sldMk cId="695111737" sldId="262"/>
            <ac:spMk id="26" creationId="{6A4534C6-EE16-F26D-87D9-4D56291D01D0}"/>
          </ac:spMkLst>
        </pc:spChg>
        <pc:spChg chg="mod">
          <ac:chgData name="tkddd rkd" userId="52e8a7badf671b05" providerId="LiveId" clId="{53BF42DF-B3B4-4C70-9CE8-9E8EB4DD6514}" dt="2025-08-17T22:15:27.185" v="2043"/>
          <ac:spMkLst>
            <pc:docMk/>
            <pc:sldMk cId="695111737" sldId="262"/>
            <ac:spMk id="28" creationId="{642C9B67-3E2D-7450-6BDA-F29843127C61}"/>
          </ac:spMkLst>
        </pc:spChg>
        <pc:spChg chg="mod">
          <ac:chgData name="tkddd rkd" userId="52e8a7badf671b05" providerId="LiveId" clId="{53BF42DF-B3B4-4C70-9CE8-9E8EB4DD6514}" dt="2025-08-17T22:15:27.185" v="2043"/>
          <ac:spMkLst>
            <pc:docMk/>
            <pc:sldMk cId="695111737" sldId="262"/>
            <ac:spMk id="29" creationId="{833C1AFD-57D2-EBBB-1648-AE0FEA232114}"/>
          </ac:spMkLst>
        </pc:spChg>
        <pc:spChg chg="mod">
          <ac:chgData name="tkddd rkd" userId="52e8a7badf671b05" providerId="LiveId" clId="{53BF42DF-B3B4-4C70-9CE8-9E8EB4DD6514}" dt="2025-08-17T22:15:27.185" v="2043"/>
          <ac:spMkLst>
            <pc:docMk/>
            <pc:sldMk cId="695111737" sldId="262"/>
            <ac:spMk id="31" creationId="{942ABE5D-0B97-DB36-0EFE-6924384A049F}"/>
          </ac:spMkLst>
        </pc:spChg>
        <pc:spChg chg="mod">
          <ac:chgData name="tkddd rkd" userId="52e8a7badf671b05" providerId="LiveId" clId="{53BF42DF-B3B4-4C70-9CE8-9E8EB4DD6514}" dt="2025-08-17T22:15:27.185" v="2043"/>
          <ac:spMkLst>
            <pc:docMk/>
            <pc:sldMk cId="695111737" sldId="262"/>
            <ac:spMk id="32" creationId="{1ED9A0B4-9655-9406-F021-523F607AAE13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47" creationId="{B7E25002-E0B2-C197-AAD7-435FBF3F1284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61" creationId="{2A6A1364-FA5D-BD8A-1C31-FAD1552CAC6C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75" creationId="{50700C93-B7FF-560D-675B-5E295B6EA308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76" creationId="{A91A88CA-A5F3-CAED-A158-84727959F3E4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115" creationId="{D881CA3D-4237-0CBA-9E5F-7336073FFFC6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135" creationId="{BBB039EE-0670-5181-8A2F-44FDC8D2A8F2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145" creationId="{C7196AEF-921B-5A7C-3246-2A07263DA093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147" creationId="{8266C086-33D3-B361-9184-03A95DFEF25B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162" creationId="{6E6FEF64-63F3-4123-7B44-3F19B17206F1}"/>
          </ac:spMkLst>
        </pc:spChg>
        <pc:spChg chg="mod">
          <ac:chgData name="tkddd rkd" userId="52e8a7badf671b05" providerId="LiveId" clId="{53BF42DF-B3B4-4C70-9CE8-9E8EB4DD6514}" dt="2025-08-17T22:23:57.280" v="2452"/>
          <ac:spMkLst>
            <pc:docMk/>
            <pc:sldMk cId="695111737" sldId="262"/>
            <ac:spMk id="164" creationId="{8E896E31-D618-9438-A0B9-0B53982DC1EA}"/>
          </ac:spMkLst>
        </pc:spChg>
        <pc:spChg chg="mod">
          <ac:chgData name="tkddd rkd" userId="52e8a7badf671b05" providerId="LiveId" clId="{53BF42DF-B3B4-4C70-9CE8-9E8EB4DD6514}" dt="2025-08-17T22:24:35.251" v="2457" actId="164"/>
          <ac:spMkLst>
            <pc:docMk/>
            <pc:sldMk cId="695111737" sldId="262"/>
            <ac:spMk id="169" creationId="{26307C97-6AB3-4587-AEE7-F6112D5EF4D6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171" creationId="{5BE9795F-7816-5198-9230-D7F525598A5A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183" creationId="{B9760DD5-37B1-90DB-EC3A-481ABC0F763C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194" creationId="{F557DB91-1930-1659-8927-92D1997C47A1}"/>
          </ac:spMkLst>
        </pc:spChg>
        <pc:spChg chg="del">
          <ac:chgData name="tkddd rkd" userId="52e8a7badf671b05" providerId="LiveId" clId="{53BF42DF-B3B4-4C70-9CE8-9E8EB4DD6514}" dt="2025-08-17T22:25:04.197" v="2467" actId="478"/>
          <ac:spMkLst>
            <pc:docMk/>
            <pc:sldMk cId="695111737" sldId="262"/>
            <ac:spMk id="197" creationId="{84A9B328-89C1-170B-1105-895658FADCD2}"/>
          </ac:spMkLst>
        </pc:spChg>
        <pc:spChg chg="del">
          <ac:chgData name="tkddd rkd" userId="52e8a7badf671b05" providerId="LiveId" clId="{53BF42DF-B3B4-4C70-9CE8-9E8EB4DD6514}" dt="2025-08-17T22:25:01.902" v="2465" actId="478"/>
          <ac:spMkLst>
            <pc:docMk/>
            <pc:sldMk cId="695111737" sldId="262"/>
            <ac:spMk id="198" creationId="{72F54B90-3223-1055-EF7B-AD8D6CEF63C0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208" creationId="{39A8922C-5586-D44F-DAA7-098656913B16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225" creationId="{CC04BA4C-DF9A-8BA9-2EA5-4190D976662F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244" creationId="{DF74C196-B667-829E-96AB-A120175EFCB9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266" creationId="{A8AB5CB9-E376-00FF-01F0-474304F76ACE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271" creationId="{83012B4D-7B45-599C-D583-D2AA6F1778CE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283" creationId="{A8D19CCB-C185-F696-0C17-0DCB7FA0DF06}"/>
          </ac:spMkLst>
        </pc:spChg>
        <pc:spChg chg="mod">
          <ac:chgData name="tkddd rkd" userId="52e8a7badf671b05" providerId="LiveId" clId="{53BF42DF-B3B4-4C70-9CE8-9E8EB4DD6514}" dt="2025-08-17T22:24:08.292" v="2453"/>
          <ac:spMkLst>
            <pc:docMk/>
            <pc:sldMk cId="695111737" sldId="262"/>
            <ac:spMk id="303" creationId="{92093267-9074-D1A8-1CCE-9B94F84BA6BE}"/>
          </ac:spMkLst>
        </pc:spChg>
        <pc:grpChg chg="mod">
          <ac:chgData name="tkddd rkd" userId="52e8a7badf671b05" providerId="LiveId" clId="{53BF42DF-B3B4-4C70-9CE8-9E8EB4DD6514}" dt="2025-08-17T22:24:45.820" v="2459" actId="164"/>
          <ac:grpSpMkLst>
            <pc:docMk/>
            <pc:sldMk cId="695111737" sldId="262"/>
            <ac:grpSpMk id="5" creationId="{0EE660D8-495F-64BB-B6EE-492C79C39B61}"/>
          </ac:grpSpMkLst>
        </pc:grpChg>
        <pc:grpChg chg="mod">
          <ac:chgData name="tkddd rkd" userId="52e8a7badf671b05" providerId="LiveId" clId="{53BF42DF-B3B4-4C70-9CE8-9E8EB4DD6514}" dt="2025-08-17T22:24:45.820" v="2459" actId="164"/>
          <ac:grpSpMkLst>
            <pc:docMk/>
            <pc:sldMk cId="695111737" sldId="262"/>
            <ac:grpSpMk id="21" creationId="{04226BE0-185A-5215-E9CE-C1FA606E80BD}"/>
          </ac:grpSpMkLst>
        </pc:grpChg>
        <pc:grpChg chg="mod">
          <ac:chgData name="tkddd rkd" userId="52e8a7badf671b05" providerId="LiveId" clId="{53BF42DF-B3B4-4C70-9CE8-9E8EB4DD6514}" dt="2025-08-17T22:24:45.820" v="2459" actId="164"/>
          <ac:grpSpMkLst>
            <pc:docMk/>
            <pc:sldMk cId="695111737" sldId="262"/>
            <ac:grpSpMk id="24" creationId="{DAB6D296-FAEA-DC3D-1B17-77A2C32065FA}"/>
          </ac:grpSpMkLst>
        </pc:grpChg>
        <pc:grpChg chg="del mod">
          <ac:chgData name="tkddd rkd" userId="52e8a7badf671b05" providerId="LiveId" clId="{53BF42DF-B3B4-4C70-9CE8-9E8EB4DD6514}" dt="2025-08-17T22:22:07.988" v="2310" actId="478"/>
          <ac:grpSpMkLst>
            <pc:docMk/>
            <pc:sldMk cId="695111737" sldId="262"/>
            <ac:grpSpMk id="27" creationId="{5BE3BBAB-AE91-C038-9454-528E16AF595B}"/>
          </ac:grpSpMkLst>
        </pc:grpChg>
        <pc:grpChg chg="del mod">
          <ac:chgData name="tkddd rkd" userId="52e8a7badf671b05" providerId="LiveId" clId="{53BF42DF-B3B4-4C70-9CE8-9E8EB4DD6514}" dt="2025-08-17T22:22:07.988" v="2310" actId="478"/>
          <ac:grpSpMkLst>
            <pc:docMk/>
            <pc:sldMk cId="695111737" sldId="262"/>
            <ac:grpSpMk id="30" creationId="{32AD0C56-E7E6-BFA0-67EC-20FE5025A6ED}"/>
          </ac:grpSpMkLst>
        </pc:grpChg>
        <pc:grpChg chg="mod">
          <ac:chgData name="tkddd rkd" userId="52e8a7badf671b05" providerId="LiveId" clId="{53BF42DF-B3B4-4C70-9CE8-9E8EB4DD6514}" dt="2025-08-17T22:24:35.251" v="2457" actId="164"/>
          <ac:grpSpMkLst>
            <pc:docMk/>
            <pc:sldMk cId="695111737" sldId="262"/>
            <ac:grpSpMk id="173" creationId="{3D1135CC-E421-E8E8-A65C-6F0A2D60FA55}"/>
          </ac:grpSpMkLst>
        </pc:grpChg>
        <pc:grpChg chg="mod">
          <ac:chgData name="tkddd rkd" userId="52e8a7badf671b05" providerId="LiveId" clId="{53BF42DF-B3B4-4C70-9CE8-9E8EB4DD6514}" dt="2025-08-17T22:24:35.251" v="2457" actId="164"/>
          <ac:grpSpMkLst>
            <pc:docMk/>
            <pc:sldMk cId="695111737" sldId="262"/>
            <ac:grpSpMk id="179" creationId="{56170A34-168D-C056-2C3F-45EA15F89C42}"/>
          </ac:grpSpMkLst>
        </pc:grpChg>
        <pc:grpChg chg="mod">
          <ac:chgData name="tkddd rkd" userId="52e8a7badf671b05" providerId="LiveId" clId="{53BF42DF-B3B4-4C70-9CE8-9E8EB4DD6514}" dt="2025-08-17T22:24:35.251" v="2457" actId="164"/>
          <ac:grpSpMkLst>
            <pc:docMk/>
            <pc:sldMk cId="695111737" sldId="262"/>
            <ac:grpSpMk id="182" creationId="{0A264CB0-ADC6-9923-044B-E6E883B28C7F}"/>
          </ac:grpSpMkLst>
        </pc:grpChg>
        <pc:grpChg chg="mod">
          <ac:chgData name="tkddd rkd" userId="52e8a7badf671b05" providerId="LiveId" clId="{53BF42DF-B3B4-4C70-9CE8-9E8EB4DD6514}" dt="2025-08-17T22:24:35.251" v="2457" actId="164"/>
          <ac:grpSpMkLst>
            <pc:docMk/>
            <pc:sldMk cId="695111737" sldId="262"/>
            <ac:grpSpMk id="191" creationId="{A181A58F-0813-DDE6-5470-06E521ED56CF}"/>
          </ac:grpSpMkLst>
        </pc:grpChg>
        <pc:grpChg chg="del">
          <ac:chgData name="tkddd rkd" userId="52e8a7badf671b05" providerId="LiveId" clId="{53BF42DF-B3B4-4C70-9CE8-9E8EB4DD6514}" dt="2025-08-17T22:25:01.902" v="2465" actId="478"/>
          <ac:grpSpMkLst>
            <pc:docMk/>
            <pc:sldMk cId="695111737" sldId="262"/>
            <ac:grpSpMk id="196" creationId="{4A8875C3-04EA-0E9E-36F6-30386D6A62E9}"/>
          </ac:grpSpMkLst>
        </pc:grpChg>
        <pc:grpChg chg="mod">
          <ac:chgData name="tkddd rkd" userId="52e8a7badf671b05" providerId="LiveId" clId="{53BF42DF-B3B4-4C70-9CE8-9E8EB4DD6514}" dt="2025-08-17T22:24:35.251" v="2457" actId="164"/>
          <ac:grpSpMkLst>
            <pc:docMk/>
            <pc:sldMk cId="695111737" sldId="262"/>
            <ac:grpSpMk id="261" creationId="{7EC3A8A1-0CCC-1030-5053-A397174B2357}"/>
          </ac:grpSpMkLst>
        </pc:grpChg>
        <pc:grpChg chg="mod">
          <ac:chgData name="tkddd rkd" userId="52e8a7badf671b05" providerId="LiveId" clId="{53BF42DF-B3B4-4C70-9CE8-9E8EB4DD6514}" dt="2025-08-17T22:24:35.251" v="2457" actId="164"/>
          <ac:grpSpMkLst>
            <pc:docMk/>
            <pc:sldMk cId="695111737" sldId="262"/>
            <ac:grpSpMk id="276" creationId="{105B6D5F-E5B1-1022-4311-C47CEDB4F27E}"/>
          </ac:grpSpMkLst>
        </pc:grpChg>
        <pc:grpChg chg="mod">
          <ac:chgData name="tkddd rkd" userId="52e8a7badf671b05" providerId="LiveId" clId="{53BF42DF-B3B4-4C70-9CE8-9E8EB4DD6514}" dt="2025-08-17T22:24:35.251" v="2457" actId="164"/>
          <ac:grpSpMkLst>
            <pc:docMk/>
            <pc:sldMk cId="695111737" sldId="262"/>
            <ac:grpSpMk id="291" creationId="{CE7863C9-F53E-39F8-E4F1-900D677DF5C5}"/>
          </ac:grpSpMkLst>
        </pc:grpChg>
        <pc:grpChg chg="add mod">
          <ac:chgData name="tkddd rkd" userId="52e8a7badf671b05" providerId="LiveId" clId="{53BF42DF-B3B4-4C70-9CE8-9E8EB4DD6514}" dt="2025-08-17T22:25:02.813" v="2466" actId="1076"/>
          <ac:grpSpMkLst>
            <pc:docMk/>
            <pc:sldMk cId="695111737" sldId="262"/>
            <ac:grpSpMk id="306" creationId="{7C986BDB-E280-A0C1-D8BD-D7BFFF6C3403}"/>
          </ac:grpSpMkLst>
        </pc:grpChg>
        <pc:grpChg chg="add del mod ord">
          <ac:chgData name="tkddd rkd" userId="52e8a7badf671b05" providerId="LiveId" clId="{53BF42DF-B3B4-4C70-9CE8-9E8EB4DD6514}" dt="2025-08-17T22:24:55.759" v="2463" actId="478"/>
          <ac:grpSpMkLst>
            <pc:docMk/>
            <pc:sldMk cId="695111737" sldId="262"/>
            <ac:grpSpMk id="307" creationId="{6467859E-C948-ACAF-F2AD-F680D9AEB5FF}"/>
          </ac:grpSpMkLst>
        </pc:grpChg>
        <pc:picChg chg="add mod ord">
          <ac:chgData name="tkddd rkd" userId="52e8a7badf671b05" providerId="LiveId" clId="{53BF42DF-B3B4-4C70-9CE8-9E8EB4DD6514}" dt="2025-08-17T22:24:35.251" v="2457" actId="164"/>
          <ac:picMkLst>
            <pc:docMk/>
            <pc:sldMk cId="695111737" sldId="262"/>
            <ac:picMk id="305" creationId="{9FC6862F-EB94-146E-5505-DCFCE64EA593}"/>
          </ac:picMkLst>
        </pc:picChg>
        <pc:cxnChg chg="del mod">
          <ac:chgData name="tkddd rkd" userId="52e8a7badf671b05" providerId="LiveId" clId="{53BF42DF-B3B4-4C70-9CE8-9E8EB4DD6514}" dt="2025-08-17T22:15:19.714" v="2042" actId="478"/>
          <ac:cxnSpMkLst>
            <pc:docMk/>
            <pc:sldMk cId="695111737" sldId="262"/>
            <ac:cxnSpMk id="15" creationId="{28B0D7C7-D060-6394-31C8-EC290726B718}"/>
          </ac:cxnSpMkLst>
        </pc:cxnChg>
        <pc:cxnChg chg="del">
          <ac:chgData name="tkddd rkd" userId="52e8a7badf671b05" providerId="LiveId" clId="{53BF42DF-B3B4-4C70-9CE8-9E8EB4DD6514}" dt="2025-08-17T22:15:19.714" v="2042" actId="478"/>
          <ac:cxnSpMkLst>
            <pc:docMk/>
            <pc:sldMk cId="695111737" sldId="262"/>
            <ac:cxnSpMk id="16" creationId="{B7A4E3C6-BC11-3BFB-7CD2-FF3E1EBE6010}"/>
          </ac:cxnSpMkLst>
        </pc:cxnChg>
      </pc:sldChg>
      <pc:sldChg chg="addSp delSp modSp add mod">
        <pc:chgData name="tkddd rkd" userId="52e8a7badf671b05" providerId="LiveId" clId="{53BF42DF-B3B4-4C70-9CE8-9E8EB4DD6514}" dt="2025-08-17T22:23:10.477" v="2451" actId="20577"/>
        <pc:sldMkLst>
          <pc:docMk/>
          <pc:sldMk cId="65870562" sldId="263"/>
        </pc:sldMkLst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2" creationId="{F9F0E956-8160-02F9-4953-7C2DAB321DD3}"/>
          </ac:spMkLst>
        </pc:spChg>
        <pc:spChg chg="mod">
          <ac:chgData name="tkddd rkd" userId="52e8a7badf671b05" providerId="LiveId" clId="{53BF42DF-B3B4-4C70-9CE8-9E8EB4DD6514}" dt="2025-08-17T21:00:35.199" v="871" actId="20577"/>
          <ac:spMkLst>
            <pc:docMk/>
            <pc:sldMk cId="65870562" sldId="263"/>
            <ac:spMk id="4" creationId="{84A59D73-A5FE-10EF-7D33-3B4333181050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5" creationId="{1A61D740-E258-0824-B0CC-37DE4B3C7567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6" creationId="{BDCD57C9-F2D5-7354-2F89-4F799ACB9323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7" creationId="{9A9C9B2D-B26B-257A-D0DE-9ED8C95329E8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9" creationId="{FFE2725E-8FF0-400B-DF63-6C424737F38D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10" creationId="{1E8D4442-384A-862D-704A-7D9C99C7B4FD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11" creationId="{EECFB81F-BE20-75FA-4FD6-A648C714B617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12" creationId="{0CA9AB99-94D5-3B86-0C93-138B6BEAA041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13" creationId="{FEC0DA79-BAC2-969E-E426-0BDF625DC22E}"/>
          </ac:spMkLst>
        </pc:spChg>
        <pc:spChg chg="del">
          <ac:chgData name="tkddd rkd" userId="52e8a7badf671b05" providerId="LiveId" clId="{53BF42DF-B3B4-4C70-9CE8-9E8EB4DD6514}" dt="2025-08-17T21:01:18.180" v="895" actId="478"/>
          <ac:spMkLst>
            <pc:docMk/>
            <pc:sldMk cId="65870562" sldId="263"/>
            <ac:spMk id="14" creationId="{5BEE9E14-899C-B4FB-87B9-A1EB0F46F175}"/>
          </ac:spMkLst>
        </pc:spChg>
        <pc:spChg chg="del">
          <ac:chgData name="tkddd rkd" userId="52e8a7badf671b05" providerId="LiveId" clId="{53BF42DF-B3B4-4C70-9CE8-9E8EB4DD6514}" dt="2025-08-17T21:06:55.769" v="905" actId="478"/>
          <ac:spMkLst>
            <pc:docMk/>
            <pc:sldMk cId="65870562" sldId="263"/>
            <ac:spMk id="20" creationId="{201E814C-F63D-C94A-0DF3-98F558D61C92}"/>
          </ac:spMkLst>
        </pc:spChg>
        <pc:spChg chg="del">
          <ac:chgData name="tkddd rkd" userId="52e8a7badf671b05" providerId="LiveId" clId="{53BF42DF-B3B4-4C70-9CE8-9E8EB4DD6514}" dt="2025-08-17T21:06:55.769" v="905" actId="478"/>
          <ac:spMkLst>
            <pc:docMk/>
            <pc:sldMk cId="65870562" sldId="263"/>
            <ac:spMk id="22" creationId="{83477B0A-43A1-91F4-4EAD-C9DF7A1EBA20}"/>
          </ac:spMkLst>
        </pc:spChg>
        <pc:spChg chg="add del mod">
          <ac:chgData name="tkddd rkd" userId="52e8a7badf671b05" providerId="LiveId" clId="{53BF42DF-B3B4-4C70-9CE8-9E8EB4DD6514}" dt="2025-08-17T21:06:55.769" v="905" actId="478"/>
          <ac:spMkLst>
            <pc:docMk/>
            <pc:sldMk cId="65870562" sldId="263"/>
            <ac:spMk id="23" creationId="{515C8BB9-A279-7513-CBFE-FFB8444AC746}"/>
          </ac:spMkLst>
        </pc:spChg>
        <pc:spChg chg="del">
          <ac:chgData name="tkddd rkd" userId="52e8a7badf671b05" providerId="LiveId" clId="{53BF42DF-B3B4-4C70-9CE8-9E8EB4DD6514}" dt="2025-08-17T21:03:12.675" v="898" actId="478"/>
          <ac:spMkLst>
            <pc:docMk/>
            <pc:sldMk cId="65870562" sldId="263"/>
            <ac:spMk id="25" creationId="{6FCA8A58-BD6C-42B6-7F5F-A811E12971DB}"/>
          </ac:spMkLst>
        </pc:spChg>
        <pc:spChg chg="add del mod">
          <ac:chgData name="tkddd rkd" userId="52e8a7badf671b05" providerId="LiveId" clId="{53BF42DF-B3B4-4C70-9CE8-9E8EB4DD6514}" dt="2025-08-17T21:03:16.982" v="899" actId="478"/>
          <ac:spMkLst>
            <pc:docMk/>
            <pc:sldMk cId="65870562" sldId="263"/>
            <ac:spMk id="31" creationId="{8A53DAE6-F2B4-1BEC-BB5B-668494A81330}"/>
          </ac:spMkLst>
        </pc:spChg>
        <pc:spChg chg="mod">
          <ac:chgData name="tkddd rkd" userId="52e8a7badf671b05" providerId="LiveId" clId="{53BF42DF-B3B4-4C70-9CE8-9E8EB4DD6514}" dt="2025-08-17T21:03:06.112" v="897"/>
          <ac:spMkLst>
            <pc:docMk/>
            <pc:sldMk cId="65870562" sldId="263"/>
            <ac:spMk id="44" creationId="{A5259B55-4AE4-16B3-2B7A-FBD94E76EEF0}"/>
          </ac:spMkLst>
        </pc:spChg>
        <pc:spChg chg="mod">
          <ac:chgData name="tkddd rkd" userId="52e8a7badf671b05" providerId="LiveId" clId="{53BF42DF-B3B4-4C70-9CE8-9E8EB4DD6514}" dt="2025-08-17T21:03:06.112" v="897"/>
          <ac:spMkLst>
            <pc:docMk/>
            <pc:sldMk cId="65870562" sldId="263"/>
            <ac:spMk id="45" creationId="{233CC44F-8866-7D3F-57D1-8B7FED3B96B9}"/>
          </ac:spMkLst>
        </pc:spChg>
        <pc:spChg chg="mod">
          <ac:chgData name="tkddd rkd" userId="52e8a7badf671b05" providerId="LiveId" clId="{53BF42DF-B3B4-4C70-9CE8-9E8EB4DD6514}" dt="2025-08-17T21:03:06.112" v="897"/>
          <ac:spMkLst>
            <pc:docMk/>
            <pc:sldMk cId="65870562" sldId="263"/>
            <ac:spMk id="53" creationId="{EC2F8D46-7699-35B2-D1B8-AF5F4C3817FF}"/>
          </ac:spMkLst>
        </pc:spChg>
        <pc:spChg chg="mod">
          <ac:chgData name="tkddd rkd" userId="52e8a7badf671b05" providerId="LiveId" clId="{53BF42DF-B3B4-4C70-9CE8-9E8EB4DD6514}" dt="2025-08-17T22:22:49.453" v="2366" actId="20577"/>
          <ac:spMkLst>
            <pc:docMk/>
            <pc:sldMk cId="65870562" sldId="263"/>
            <ac:spMk id="73" creationId="{D3074557-54D5-7E26-0F0F-14D84C81DFAD}"/>
          </ac:spMkLst>
        </pc:spChg>
        <pc:spChg chg="mod">
          <ac:chgData name="tkddd rkd" userId="52e8a7badf671b05" providerId="LiveId" clId="{53BF42DF-B3B4-4C70-9CE8-9E8EB4DD6514}" dt="2025-08-17T21:03:06.112" v="897"/>
          <ac:spMkLst>
            <pc:docMk/>
            <pc:sldMk cId="65870562" sldId="263"/>
            <ac:spMk id="106" creationId="{CC976C01-30FB-0616-9AFA-C8514069AA04}"/>
          </ac:spMkLst>
        </pc:spChg>
        <pc:spChg chg="mod">
          <ac:chgData name="tkddd rkd" userId="52e8a7badf671b05" providerId="LiveId" clId="{53BF42DF-B3B4-4C70-9CE8-9E8EB4DD6514}" dt="2025-08-17T21:03:06.112" v="897"/>
          <ac:spMkLst>
            <pc:docMk/>
            <pc:sldMk cId="65870562" sldId="263"/>
            <ac:spMk id="107" creationId="{6BE2E021-89B4-D96F-538F-1D23D868442D}"/>
          </ac:spMkLst>
        </pc:spChg>
        <pc:spChg chg="mod">
          <ac:chgData name="tkddd rkd" userId="52e8a7badf671b05" providerId="LiveId" clId="{53BF42DF-B3B4-4C70-9CE8-9E8EB4DD6514}" dt="2025-08-17T21:03:06.112" v="897"/>
          <ac:spMkLst>
            <pc:docMk/>
            <pc:sldMk cId="65870562" sldId="263"/>
            <ac:spMk id="149" creationId="{3C6AA46C-E3D6-7505-13F6-327BC134085E}"/>
          </ac:spMkLst>
        </pc:spChg>
        <pc:spChg chg="mod">
          <ac:chgData name="tkddd rkd" userId="52e8a7badf671b05" providerId="LiveId" clId="{53BF42DF-B3B4-4C70-9CE8-9E8EB4DD6514}" dt="2025-08-17T22:22:55.112" v="2385" actId="20577"/>
          <ac:spMkLst>
            <pc:docMk/>
            <pc:sldMk cId="65870562" sldId="263"/>
            <ac:spMk id="155" creationId="{50470B1E-9CDE-38DC-F48F-CFAE9E02F7F2}"/>
          </ac:spMkLst>
        </pc:spChg>
        <pc:spChg chg="mod">
          <ac:chgData name="tkddd rkd" userId="52e8a7badf671b05" providerId="LiveId" clId="{53BF42DF-B3B4-4C70-9CE8-9E8EB4DD6514}" dt="2025-08-17T22:22:59.469" v="2404" actId="20577"/>
          <ac:spMkLst>
            <pc:docMk/>
            <pc:sldMk cId="65870562" sldId="263"/>
            <ac:spMk id="160" creationId="{56BF95FD-4054-DD9E-B3E5-BAEA0887B526}"/>
          </ac:spMkLst>
        </pc:spChg>
        <pc:spChg chg="mod">
          <ac:chgData name="tkddd rkd" userId="52e8a7badf671b05" providerId="LiveId" clId="{53BF42DF-B3B4-4C70-9CE8-9E8EB4DD6514}" dt="2025-08-17T22:23:04.588" v="2428" actId="20577"/>
          <ac:spMkLst>
            <pc:docMk/>
            <pc:sldMk cId="65870562" sldId="263"/>
            <ac:spMk id="165" creationId="{7E101E67-03B3-4655-F0C0-71E3FB2C5AEA}"/>
          </ac:spMkLst>
        </pc:spChg>
        <pc:spChg chg="mod">
          <ac:chgData name="tkddd rkd" userId="52e8a7badf671b05" providerId="LiveId" clId="{53BF42DF-B3B4-4C70-9CE8-9E8EB4DD6514}" dt="2025-08-17T22:23:10.477" v="2451" actId="20577"/>
          <ac:spMkLst>
            <pc:docMk/>
            <pc:sldMk cId="65870562" sldId="263"/>
            <ac:spMk id="175" creationId="{930F78DD-298C-67AF-2D62-7E49DE0D8504}"/>
          </ac:spMkLst>
        </pc:spChg>
        <pc:spChg chg="mod">
          <ac:chgData name="tkddd rkd" userId="52e8a7badf671b05" providerId="LiveId" clId="{53BF42DF-B3B4-4C70-9CE8-9E8EB4DD6514}" dt="2025-08-17T21:03:06.112" v="897"/>
          <ac:spMkLst>
            <pc:docMk/>
            <pc:sldMk cId="65870562" sldId="263"/>
            <ac:spMk id="189" creationId="{CA98C12F-7BF4-1BA7-8D61-071D6EC304D3}"/>
          </ac:spMkLst>
        </pc:spChg>
        <pc:spChg chg="mod">
          <ac:chgData name="tkddd rkd" userId="52e8a7badf671b05" providerId="LiveId" clId="{53BF42DF-B3B4-4C70-9CE8-9E8EB4DD6514}" dt="2025-08-17T21:03:06.112" v="897"/>
          <ac:spMkLst>
            <pc:docMk/>
            <pc:sldMk cId="65870562" sldId="263"/>
            <ac:spMk id="217" creationId="{8AC27C9A-53F0-0E7E-3609-BC802B115BC9}"/>
          </ac:spMkLst>
        </pc:spChg>
        <pc:grpChg chg="add del mod">
          <ac:chgData name="tkddd rkd" userId="52e8a7badf671b05" providerId="LiveId" clId="{53BF42DF-B3B4-4C70-9CE8-9E8EB4DD6514}" dt="2025-08-17T21:06:53.406" v="904" actId="478"/>
          <ac:grpSpMkLst>
            <pc:docMk/>
            <pc:sldMk cId="65870562" sldId="263"/>
            <ac:grpSpMk id="202" creationId="{EC478647-62E8-4162-EE2E-65EA75455E4F}"/>
          </ac:grpSpMkLst>
        </pc:grpChg>
        <pc:graphicFrameChg chg="del">
          <ac:chgData name="tkddd rkd" userId="52e8a7badf671b05" providerId="LiveId" clId="{53BF42DF-B3B4-4C70-9CE8-9E8EB4DD6514}" dt="2025-08-17T21:06:55.769" v="905" actId="478"/>
          <ac:graphicFrameMkLst>
            <pc:docMk/>
            <pc:sldMk cId="65870562" sldId="263"/>
            <ac:graphicFrameMk id="21" creationId="{BFC5B160-1E66-08A8-8D2A-055BC7DB9902}"/>
          </ac:graphicFrameMkLst>
        </pc:graphicFrameChg>
        <pc:graphicFrameChg chg="del">
          <ac:chgData name="tkddd rkd" userId="52e8a7badf671b05" providerId="LiveId" clId="{53BF42DF-B3B4-4C70-9CE8-9E8EB4DD6514}" dt="2025-08-17T21:06:55.769" v="905" actId="478"/>
          <ac:graphicFrameMkLst>
            <pc:docMk/>
            <pc:sldMk cId="65870562" sldId="263"/>
            <ac:graphicFrameMk id="24" creationId="{BE19E57B-B712-05F7-8D1C-A84E18CCAEEE}"/>
          </ac:graphicFrameMkLst>
        </pc:graphicFrameChg>
      </pc:sldChg>
      <pc:sldChg chg="add del">
        <pc:chgData name="tkddd rkd" userId="52e8a7badf671b05" providerId="LiveId" clId="{53BF42DF-B3B4-4C70-9CE8-9E8EB4DD6514}" dt="2025-08-17T22:22:21.680" v="2312" actId="47"/>
        <pc:sldMkLst>
          <pc:docMk/>
          <pc:sldMk cId="961329709" sldId="1658"/>
        </pc:sldMkLst>
      </pc:sldChg>
      <pc:sldChg chg="addSp delSp modSp new mod">
        <pc:chgData name="tkddd rkd" userId="52e8a7badf671b05" providerId="LiveId" clId="{53BF42DF-B3B4-4C70-9CE8-9E8EB4DD6514}" dt="2025-08-17T22:53:17.159" v="3544" actId="14100"/>
        <pc:sldMkLst>
          <pc:docMk/>
          <pc:sldMk cId="2732851677" sldId="1659"/>
        </pc:sldMkLst>
        <pc:spChg chg="del">
          <ac:chgData name="tkddd rkd" userId="52e8a7badf671b05" providerId="LiveId" clId="{53BF42DF-B3B4-4C70-9CE8-9E8EB4DD6514}" dt="2025-08-17T21:58:55.010" v="1050" actId="478"/>
          <ac:spMkLst>
            <pc:docMk/>
            <pc:sldMk cId="2732851677" sldId="1659"/>
            <ac:spMk id="2" creationId="{067C1CB0-9358-7819-45F5-3D772392ED33}"/>
          </ac:spMkLst>
        </pc:spChg>
        <pc:spChg chg="del">
          <ac:chgData name="tkddd rkd" userId="52e8a7badf671b05" providerId="LiveId" clId="{53BF42DF-B3B4-4C70-9CE8-9E8EB4DD6514}" dt="2025-08-17T21:58:55.010" v="1050" actId="478"/>
          <ac:spMkLst>
            <pc:docMk/>
            <pc:sldMk cId="2732851677" sldId="1659"/>
            <ac:spMk id="3" creationId="{4EF2DB2A-8575-4D79-5540-31B8C2CDBA87}"/>
          </ac:spMkLst>
        </pc:spChg>
        <pc:spChg chg="add mod">
          <ac:chgData name="tkddd rkd" userId="52e8a7badf671b05" providerId="LiveId" clId="{53BF42DF-B3B4-4C70-9CE8-9E8EB4DD6514}" dt="2025-08-17T22:50:31.127" v="3137"/>
          <ac:spMkLst>
            <pc:docMk/>
            <pc:sldMk cId="2732851677" sldId="1659"/>
            <ac:spMk id="4" creationId="{4EBE5991-D1D6-89B3-4939-44285EE707B2}"/>
          </ac:spMkLst>
        </pc:spChg>
        <pc:spChg chg="add mod">
          <ac:chgData name="tkddd rkd" userId="52e8a7badf671b05" providerId="LiveId" clId="{53BF42DF-B3B4-4C70-9CE8-9E8EB4DD6514}" dt="2025-08-17T22:52:13.888" v="3392" actId="20577"/>
          <ac:spMkLst>
            <pc:docMk/>
            <pc:sldMk cId="2732851677" sldId="1659"/>
            <ac:spMk id="5" creationId="{0B45408E-377B-9FDE-00C5-993EFF1DAAF7}"/>
          </ac:spMkLst>
        </pc:spChg>
        <pc:spChg chg="add mod">
          <ac:chgData name="tkddd rkd" userId="52e8a7badf671b05" providerId="LiveId" clId="{53BF42DF-B3B4-4C70-9CE8-9E8EB4DD6514}" dt="2025-08-17T22:51:28.637" v="3277" actId="20577"/>
          <ac:spMkLst>
            <pc:docMk/>
            <pc:sldMk cId="2732851677" sldId="1659"/>
            <ac:spMk id="6" creationId="{AEE289F4-B926-DD09-FE10-CC924422AC0D}"/>
          </ac:spMkLst>
        </pc:spChg>
        <pc:spChg chg="add mod">
          <ac:chgData name="tkddd rkd" userId="52e8a7badf671b05" providerId="LiveId" clId="{53BF42DF-B3B4-4C70-9CE8-9E8EB4DD6514}" dt="2025-08-17T22:50:46.142" v="3161" actId="20577"/>
          <ac:spMkLst>
            <pc:docMk/>
            <pc:sldMk cId="2732851677" sldId="1659"/>
            <ac:spMk id="7" creationId="{01E13840-D6BF-A11C-2316-36C92340B827}"/>
          </ac:spMkLst>
        </pc:spChg>
        <pc:spChg chg="add mod">
          <ac:chgData name="tkddd rkd" userId="52e8a7badf671b05" providerId="LiveId" clId="{53BF42DF-B3B4-4C70-9CE8-9E8EB4DD6514}" dt="2025-08-17T22:51:18.884" v="3248" actId="20577"/>
          <ac:spMkLst>
            <pc:docMk/>
            <pc:sldMk cId="2732851677" sldId="1659"/>
            <ac:spMk id="8" creationId="{40BA84DB-6DF1-A7D0-1053-C5A32E7FE038}"/>
          </ac:spMkLst>
        </pc:spChg>
        <pc:spChg chg="add mod">
          <ac:chgData name="tkddd rkd" userId="52e8a7badf671b05" providerId="LiveId" clId="{53BF42DF-B3B4-4C70-9CE8-9E8EB4DD6514}" dt="2025-08-17T22:51:10.481" v="3229" actId="20577"/>
          <ac:spMkLst>
            <pc:docMk/>
            <pc:sldMk cId="2732851677" sldId="1659"/>
            <ac:spMk id="9" creationId="{141C4B2A-25A1-B170-26A7-C519AA500476}"/>
          </ac:spMkLst>
        </pc:spChg>
        <pc:spChg chg="add del mod">
          <ac:chgData name="tkddd rkd" userId="52e8a7badf671b05" providerId="LiveId" clId="{53BF42DF-B3B4-4C70-9CE8-9E8EB4DD6514}" dt="2025-08-17T22:52:42.352" v="3462" actId="478"/>
          <ac:spMkLst>
            <pc:docMk/>
            <pc:sldMk cId="2732851677" sldId="1659"/>
            <ac:spMk id="10" creationId="{75D97DE3-E6E8-BCC3-DABC-AC8BBE5462B3}"/>
          </ac:spMkLst>
        </pc:spChg>
        <pc:spChg chg="add del mod">
          <ac:chgData name="tkddd rkd" userId="52e8a7badf671b05" providerId="LiveId" clId="{53BF42DF-B3B4-4C70-9CE8-9E8EB4DD6514}" dt="2025-08-17T22:52:42.352" v="3462" actId="478"/>
          <ac:spMkLst>
            <pc:docMk/>
            <pc:sldMk cId="2732851677" sldId="1659"/>
            <ac:spMk id="11" creationId="{72C58A0D-CC14-94B4-35E0-08B1F25780C7}"/>
          </ac:spMkLst>
        </pc:spChg>
        <pc:spChg chg="del">
          <ac:chgData name="tkddd rkd" userId="52e8a7badf671b05" providerId="LiveId" clId="{53BF42DF-B3B4-4C70-9CE8-9E8EB4DD6514}" dt="2025-08-17T22:52:42.352" v="3462" actId="478"/>
          <ac:spMkLst>
            <pc:docMk/>
            <pc:sldMk cId="2732851677" sldId="1659"/>
            <ac:spMk id="12" creationId="{08FED86B-0C22-7B64-49B6-F4DD9ADAAAF1}"/>
          </ac:spMkLst>
        </pc:spChg>
        <pc:spChg chg="add mod">
          <ac:chgData name="tkddd rkd" userId="52e8a7badf671b05" providerId="LiveId" clId="{53BF42DF-B3B4-4C70-9CE8-9E8EB4DD6514}" dt="2025-08-17T22:51:44.597" v="3311" actId="14100"/>
          <ac:spMkLst>
            <pc:docMk/>
            <pc:sldMk cId="2732851677" sldId="1659"/>
            <ac:spMk id="18" creationId="{8F861933-7EB8-71C8-1952-11E65247059E}"/>
          </ac:spMkLst>
        </pc:spChg>
        <pc:spChg chg="add mod">
          <ac:chgData name="tkddd rkd" userId="52e8a7badf671b05" providerId="LiveId" clId="{53BF42DF-B3B4-4C70-9CE8-9E8EB4DD6514}" dt="2025-08-17T22:52:24.942" v="3459" actId="20577"/>
          <ac:spMkLst>
            <pc:docMk/>
            <pc:sldMk cId="2732851677" sldId="1659"/>
            <ac:spMk id="20" creationId="{38E8F05B-C3EB-14AB-585F-D77A30566E26}"/>
          </ac:spMkLst>
        </pc:spChg>
        <pc:spChg chg="add del mod">
          <ac:chgData name="tkddd rkd" userId="52e8a7badf671b05" providerId="LiveId" clId="{53BF42DF-B3B4-4C70-9CE8-9E8EB4DD6514}" dt="2025-08-17T22:52:42.352" v="3462" actId="478"/>
          <ac:spMkLst>
            <pc:docMk/>
            <pc:sldMk cId="2732851677" sldId="1659"/>
            <ac:spMk id="22" creationId="{7D1A67DF-5290-AB56-3845-27BA7609541A}"/>
          </ac:spMkLst>
        </pc:spChg>
        <pc:spChg chg="add mod">
          <ac:chgData name="tkddd rkd" userId="52e8a7badf671b05" providerId="LiveId" clId="{53BF42DF-B3B4-4C70-9CE8-9E8EB4DD6514}" dt="2025-08-17T22:51:58.742" v="3364" actId="20577"/>
          <ac:spMkLst>
            <pc:docMk/>
            <pc:sldMk cId="2732851677" sldId="1659"/>
            <ac:spMk id="26" creationId="{55BA82F9-10F4-E918-9559-FDA99016B077}"/>
          </ac:spMkLst>
        </pc:spChg>
        <pc:spChg chg="add mod">
          <ac:chgData name="tkddd rkd" userId="52e8a7badf671b05" providerId="LiveId" clId="{53BF42DF-B3B4-4C70-9CE8-9E8EB4DD6514}" dt="2025-08-17T22:52:59.557" v="3492" actId="20577"/>
          <ac:spMkLst>
            <pc:docMk/>
            <pc:sldMk cId="2732851677" sldId="1659"/>
            <ac:spMk id="28" creationId="{CCF8B0C4-0F5E-7847-29C2-5BF8DCC72DF7}"/>
          </ac:spMkLst>
        </pc:spChg>
        <pc:spChg chg="add mod">
          <ac:chgData name="tkddd rkd" userId="52e8a7badf671b05" providerId="LiveId" clId="{53BF42DF-B3B4-4C70-9CE8-9E8EB4DD6514}" dt="2025-08-17T22:53:08.599" v="3541" actId="20577"/>
          <ac:spMkLst>
            <pc:docMk/>
            <pc:sldMk cId="2732851677" sldId="1659"/>
            <ac:spMk id="29" creationId="{CA25753F-3C8B-CF3E-9678-558B8B460D4A}"/>
          </ac:spMkLst>
        </pc:spChg>
        <pc:cxnChg chg="del">
          <ac:chgData name="tkddd rkd" userId="52e8a7badf671b05" providerId="LiveId" clId="{53BF42DF-B3B4-4C70-9CE8-9E8EB4DD6514}" dt="2025-08-17T22:52:42.352" v="3462" actId="478"/>
          <ac:cxnSpMkLst>
            <pc:docMk/>
            <pc:sldMk cId="2732851677" sldId="1659"/>
            <ac:cxnSpMk id="15" creationId="{6397AACE-D5B0-19A5-1638-6F1CD93EFE69}"/>
          </ac:cxnSpMkLst>
        </pc:cxnChg>
        <pc:cxnChg chg="del">
          <ac:chgData name="tkddd rkd" userId="52e8a7badf671b05" providerId="LiveId" clId="{53BF42DF-B3B4-4C70-9CE8-9E8EB4DD6514}" dt="2025-08-17T22:52:42.352" v="3462" actId="478"/>
          <ac:cxnSpMkLst>
            <pc:docMk/>
            <pc:sldMk cId="2732851677" sldId="1659"/>
            <ac:cxnSpMk id="16" creationId="{EAC52BEA-CEEE-5B0B-5C4B-20CD06F478F6}"/>
          </ac:cxnSpMkLst>
        </pc:cxnChg>
        <pc:cxnChg chg="del">
          <ac:chgData name="tkddd rkd" userId="52e8a7badf671b05" providerId="LiveId" clId="{53BF42DF-B3B4-4C70-9CE8-9E8EB4DD6514}" dt="2025-08-17T22:52:42.352" v="3462" actId="478"/>
          <ac:cxnSpMkLst>
            <pc:docMk/>
            <pc:sldMk cId="2732851677" sldId="1659"/>
            <ac:cxnSpMk id="17" creationId="{9D2B5300-D34B-7270-E43E-D62C216136F5}"/>
          </ac:cxnSpMkLst>
        </pc:cxnChg>
        <pc:cxnChg chg="mod">
          <ac:chgData name="tkddd rkd" userId="52e8a7badf671b05" providerId="LiveId" clId="{53BF42DF-B3B4-4C70-9CE8-9E8EB4DD6514}" dt="2025-08-17T22:51:44.597" v="3311" actId="14100"/>
          <ac:cxnSpMkLst>
            <pc:docMk/>
            <pc:sldMk cId="2732851677" sldId="1659"/>
            <ac:cxnSpMk id="19" creationId="{79C6810F-9484-B50D-C58A-7BD904C3E6E1}"/>
          </ac:cxnSpMkLst>
        </pc:cxnChg>
        <pc:cxnChg chg="del mod">
          <ac:chgData name="tkddd rkd" userId="52e8a7badf671b05" providerId="LiveId" clId="{53BF42DF-B3B4-4C70-9CE8-9E8EB4DD6514}" dt="2025-08-17T22:52:42.352" v="3462" actId="478"/>
          <ac:cxnSpMkLst>
            <pc:docMk/>
            <pc:sldMk cId="2732851677" sldId="1659"/>
            <ac:cxnSpMk id="23" creationId="{5669E858-58C2-00CD-0AD5-1C6253DAD499}"/>
          </ac:cxnSpMkLst>
        </pc:cxnChg>
        <pc:cxnChg chg="add mod">
          <ac:chgData name="tkddd rkd" userId="52e8a7badf671b05" providerId="LiveId" clId="{53BF42DF-B3B4-4C70-9CE8-9E8EB4DD6514}" dt="2025-08-17T22:51:50.015" v="3312" actId="571"/>
          <ac:cxnSpMkLst>
            <pc:docMk/>
            <pc:sldMk cId="2732851677" sldId="1659"/>
            <ac:cxnSpMk id="27" creationId="{3EFDBBA4-46C3-9AB1-07A1-032961BEEF2A}"/>
          </ac:cxnSpMkLst>
        </pc:cxnChg>
        <pc:cxnChg chg="add mod">
          <ac:chgData name="tkddd rkd" userId="52e8a7badf671b05" providerId="LiveId" clId="{53BF42DF-B3B4-4C70-9CE8-9E8EB4DD6514}" dt="2025-08-17T22:53:12.767" v="3542" actId="571"/>
          <ac:cxnSpMkLst>
            <pc:docMk/>
            <pc:sldMk cId="2732851677" sldId="1659"/>
            <ac:cxnSpMk id="30" creationId="{A6D61ADD-C4BD-6246-9455-553FEA4F946E}"/>
          </ac:cxnSpMkLst>
        </pc:cxnChg>
        <pc:cxnChg chg="add mod">
          <ac:chgData name="tkddd rkd" userId="52e8a7badf671b05" providerId="LiveId" clId="{53BF42DF-B3B4-4C70-9CE8-9E8EB4DD6514}" dt="2025-08-17T22:53:17.159" v="3544" actId="14100"/>
          <ac:cxnSpMkLst>
            <pc:docMk/>
            <pc:sldMk cId="2732851677" sldId="1659"/>
            <ac:cxnSpMk id="31" creationId="{AC52ED80-DD72-012E-11D4-68E9855A9A16}"/>
          </ac:cxnSpMkLst>
        </pc:cxnChg>
      </pc:sldChg>
      <pc:sldChg chg="addSp delSp modSp add mod">
        <pc:chgData name="tkddd rkd" userId="52e8a7badf671b05" providerId="LiveId" clId="{53BF42DF-B3B4-4C70-9CE8-9E8EB4DD6514}" dt="2025-08-17T22:54:34.616" v="3548" actId="13822"/>
        <pc:sldMkLst>
          <pc:docMk/>
          <pc:sldMk cId="2732678939" sldId="1660"/>
        </pc:sldMkLst>
        <pc:spChg chg="add mod">
          <ac:chgData name="tkddd rkd" userId="52e8a7badf671b05" providerId="LiveId" clId="{53BF42DF-B3B4-4C70-9CE8-9E8EB4DD6514}" dt="2025-08-17T22:10:30.546" v="1762" actId="571"/>
          <ac:spMkLst>
            <pc:docMk/>
            <pc:sldMk cId="2732678939" sldId="1660"/>
            <ac:spMk id="3" creationId="{8A3A9A73-2AC9-5440-BB61-7AE04CB7030E}"/>
          </ac:spMkLst>
        </pc:spChg>
        <pc:spChg chg="add mod">
          <ac:chgData name="tkddd rkd" userId="52e8a7badf671b05" providerId="LiveId" clId="{53BF42DF-B3B4-4C70-9CE8-9E8EB4DD6514}" dt="2025-08-17T22:10:49.297" v="1796" actId="20577"/>
          <ac:spMkLst>
            <pc:docMk/>
            <pc:sldMk cId="2732678939" sldId="1660"/>
            <ac:spMk id="4" creationId="{ACB72DFA-114D-43D1-0311-7BD161198CEE}"/>
          </ac:spMkLst>
        </pc:spChg>
        <pc:spChg chg="add mod">
          <ac:chgData name="tkddd rkd" userId="52e8a7badf671b05" providerId="LiveId" clId="{53BF42DF-B3B4-4C70-9CE8-9E8EB4DD6514}" dt="2025-08-17T22:10:30.546" v="1762" actId="571"/>
          <ac:spMkLst>
            <pc:docMk/>
            <pc:sldMk cId="2732678939" sldId="1660"/>
            <ac:spMk id="5" creationId="{F7B95262-BF8F-C5FA-1E8F-2F06B8290793}"/>
          </ac:spMkLst>
        </pc:spChg>
        <pc:spChg chg="add mod">
          <ac:chgData name="tkddd rkd" userId="52e8a7badf671b05" providerId="LiveId" clId="{53BF42DF-B3B4-4C70-9CE8-9E8EB4DD6514}" dt="2025-08-17T22:10:32.683" v="1763" actId="571"/>
          <ac:spMkLst>
            <pc:docMk/>
            <pc:sldMk cId="2732678939" sldId="1660"/>
            <ac:spMk id="7" creationId="{38CAA6DC-C53A-B76C-FCED-25C24F08EE7A}"/>
          </ac:spMkLst>
        </pc:spChg>
        <pc:spChg chg="add mod">
          <ac:chgData name="tkddd rkd" userId="52e8a7badf671b05" providerId="LiveId" clId="{53BF42DF-B3B4-4C70-9CE8-9E8EB4DD6514}" dt="2025-08-17T22:10:54.308" v="1816" actId="20577"/>
          <ac:spMkLst>
            <pc:docMk/>
            <pc:sldMk cId="2732678939" sldId="1660"/>
            <ac:spMk id="8" creationId="{11657848-4D91-7909-8ADA-977297D77E0C}"/>
          </ac:spMkLst>
        </pc:spChg>
        <pc:spChg chg="del">
          <ac:chgData name="tkddd rkd" userId="52e8a7badf671b05" providerId="LiveId" clId="{53BF42DF-B3B4-4C70-9CE8-9E8EB4DD6514}" dt="2025-08-17T22:10:22.086" v="1760" actId="478"/>
          <ac:spMkLst>
            <pc:docMk/>
            <pc:sldMk cId="2732678939" sldId="1660"/>
            <ac:spMk id="9" creationId="{5B3408C3-6D41-220E-45D4-13B71736DC8C}"/>
          </ac:spMkLst>
        </pc:spChg>
        <pc:spChg chg="del">
          <ac:chgData name="tkddd rkd" userId="52e8a7badf671b05" providerId="LiveId" clId="{53BF42DF-B3B4-4C70-9CE8-9E8EB4DD6514}" dt="2025-08-17T22:10:22.086" v="1760" actId="478"/>
          <ac:spMkLst>
            <pc:docMk/>
            <pc:sldMk cId="2732678939" sldId="1660"/>
            <ac:spMk id="10" creationId="{5689123A-D18D-8A06-562E-E287829B9919}"/>
          </ac:spMkLst>
        </pc:spChg>
        <pc:spChg chg="del">
          <ac:chgData name="tkddd rkd" userId="52e8a7badf671b05" providerId="LiveId" clId="{53BF42DF-B3B4-4C70-9CE8-9E8EB4DD6514}" dt="2025-08-17T22:10:22.086" v="1760" actId="478"/>
          <ac:spMkLst>
            <pc:docMk/>
            <pc:sldMk cId="2732678939" sldId="1660"/>
            <ac:spMk id="11" creationId="{9996202B-9ECD-A6EE-8AAC-99C4F4CE990B}"/>
          </ac:spMkLst>
        </pc:spChg>
        <pc:spChg chg="del">
          <ac:chgData name="tkddd rkd" userId="52e8a7badf671b05" providerId="LiveId" clId="{53BF42DF-B3B4-4C70-9CE8-9E8EB4DD6514}" dt="2025-08-17T22:10:22.086" v="1760" actId="478"/>
          <ac:spMkLst>
            <pc:docMk/>
            <pc:sldMk cId="2732678939" sldId="1660"/>
            <ac:spMk id="12" creationId="{63D70FD9-4BEC-CF88-2230-43814176B27B}"/>
          </ac:spMkLst>
        </pc:spChg>
        <pc:spChg chg="del">
          <ac:chgData name="tkddd rkd" userId="52e8a7badf671b05" providerId="LiveId" clId="{53BF42DF-B3B4-4C70-9CE8-9E8EB4DD6514}" dt="2025-08-17T22:10:22.086" v="1760" actId="478"/>
          <ac:spMkLst>
            <pc:docMk/>
            <pc:sldMk cId="2732678939" sldId="1660"/>
            <ac:spMk id="13" creationId="{6C233018-4E65-A904-22AF-F568BEAAE85D}"/>
          </ac:spMkLst>
        </pc:spChg>
        <pc:spChg chg="del">
          <ac:chgData name="tkddd rkd" userId="52e8a7badf671b05" providerId="LiveId" clId="{53BF42DF-B3B4-4C70-9CE8-9E8EB4DD6514}" dt="2025-08-17T22:10:22.086" v="1760" actId="478"/>
          <ac:spMkLst>
            <pc:docMk/>
            <pc:sldMk cId="2732678939" sldId="1660"/>
            <ac:spMk id="14" creationId="{CFAADAAD-6D48-896E-A46D-C67B819C0D3D}"/>
          </ac:spMkLst>
        </pc:spChg>
        <pc:spChg chg="add mod">
          <ac:chgData name="tkddd rkd" userId="52e8a7badf671b05" providerId="LiveId" clId="{53BF42DF-B3B4-4C70-9CE8-9E8EB4DD6514}" dt="2025-08-17T22:10:32.683" v="1763" actId="571"/>
          <ac:spMkLst>
            <pc:docMk/>
            <pc:sldMk cId="2732678939" sldId="1660"/>
            <ac:spMk id="21" creationId="{5C7B525D-5736-F945-9603-DB8AF557B223}"/>
          </ac:spMkLst>
        </pc:spChg>
        <pc:spChg chg="mod">
          <ac:chgData name="tkddd rkd" userId="52e8a7badf671b05" providerId="LiveId" clId="{53BF42DF-B3B4-4C70-9CE8-9E8EB4DD6514}" dt="2025-08-17T22:10:28.170" v="1761" actId="1076"/>
          <ac:spMkLst>
            <pc:docMk/>
            <pc:sldMk cId="2732678939" sldId="1660"/>
            <ac:spMk id="22" creationId="{FF5B083E-2894-F28B-B0AD-A7D274365F72}"/>
          </ac:spMkLst>
        </pc:spChg>
        <pc:spChg chg="mod">
          <ac:chgData name="tkddd rkd" userId="52e8a7badf671b05" providerId="LiveId" clId="{53BF42DF-B3B4-4C70-9CE8-9E8EB4DD6514}" dt="2025-08-17T22:10:28.170" v="1761" actId="1076"/>
          <ac:spMkLst>
            <pc:docMk/>
            <pc:sldMk cId="2732678939" sldId="1660"/>
            <ac:spMk id="23" creationId="{53263FE7-4BB3-2372-4A5D-E1EC334F12C7}"/>
          </ac:spMkLst>
        </pc:spChg>
        <pc:spChg chg="mod">
          <ac:chgData name="tkddd rkd" userId="52e8a7badf671b05" providerId="LiveId" clId="{53BF42DF-B3B4-4C70-9CE8-9E8EB4DD6514}" dt="2025-08-17T22:10:28.170" v="1761" actId="1076"/>
          <ac:spMkLst>
            <pc:docMk/>
            <pc:sldMk cId="2732678939" sldId="1660"/>
            <ac:spMk id="24" creationId="{19F6E985-22EE-A8D5-44A8-1C4708053A9C}"/>
          </ac:spMkLst>
        </pc:spChg>
        <pc:spChg chg="add mod">
          <ac:chgData name="tkddd rkd" userId="52e8a7badf671b05" providerId="LiveId" clId="{53BF42DF-B3B4-4C70-9CE8-9E8EB4DD6514}" dt="2025-08-17T22:10:38.609" v="1764" actId="571"/>
          <ac:spMkLst>
            <pc:docMk/>
            <pc:sldMk cId="2732678939" sldId="1660"/>
            <ac:spMk id="27" creationId="{32B5C961-A237-B3B7-1BA1-10218D900ABA}"/>
          </ac:spMkLst>
        </pc:spChg>
        <pc:spChg chg="add mod">
          <ac:chgData name="tkddd rkd" userId="52e8a7badf671b05" providerId="LiveId" clId="{53BF42DF-B3B4-4C70-9CE8-9E8EB4DD6514}" dt="2025-08-17T22:11:15.284" v="1880" actId="20577"/>
          <ac:spMkLst>
            <pc:docMk/>
            <pc:sldMk cId="2732678939" sldId="1660"/>
            <ac:spMk id="28" creationId="{9C1A8AE2-3A09-4F74-4788-494E26F1C2C5}"/>
          </ac:spMkLst>
        </pc:spChg>
        <pc:spChg chg="add mod">
          <ac:chgData name="tkddd rkd" userId="52e8a7badf671b05" providerId="LiveId" clId="{53BF42DF-B3B4-4C70-9CE8-9E8EB4DD6514}" dt="2025-08-17T22:10:38.609" v="1764" actId="571"/>
          <ac:spMkLst>
            <pc:docMk/>
            <pc:sldMk cId="2732678939" sldId="1660"/>
            <ac:spMk id="29" creationId="{D1AB9C64-CD9D-531D-2E37-0F1FF23F4ACB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0" creationId="{AD30AA89-717E-A2B1-4F36-8EABA4FA80F0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2" creationId="{2669A6E8-F691-5868-0E2D-61864775CB4B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3" creationId="{9DF260EF-0A2B-E663-5703-63174AB46E98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4" creationId="{D4BC5EA2-9DDB-A0DB-5895-5322433A4683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5" creationId="{6D789C68-22B4-5517-49B2-FD4B7418141D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6" creationId="{ECE3766F-E565-DD2E-D87B-E836BEC1A89D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7" creationId="{8C00DE45-3FC1-09F7-9AAE-5172D2278041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8" creationId="{0B8B7D8E-1A59-7418-70C2-0FC79021B0D6}"/>
          </ac:spMkLst>
        </pc:spChg>
        <pc:spChg chg="del">
          <ac:chgData name="tkddd rkd" userId="52e8a7badf671b05" providerId="LiveId" clId="{53BF42DF-B3B4-4C70-9CE8-9E8EB4DD6514}" dt="2025-08-17T22:10:19.701" v="1759" actId="478"/>
          <ac:spMkLst>
            <pc:docMk/>
            <pc:sldMk cId="2732678939" sldId="1660"/>
            <ac:spMk id="39" creationId="{7A626C00-21FE-A367-CC17-644619477A12}"/>
          </ac:spMkLst>
        </pc:spChg>
        <pc:spChg chg="add mod">
          <ac:chgData name="tkddd rkd" userId="52e8a7badf671b05" providerId="LiveId" clId="{53BF42DF-B3B4-4C70-9CE8-9E8EB4DD6514}" dt="2025-08-17T22:10:42.026" v="1765" actId="571"/>
          <ac:spMkLst>
            <pc:docMk/>
            <pc:sldMk cId="2732678939" sldId="1660"/>
            <ac:spMk id="40" creationId="{C62B8EAE-285F-B859-4217-CDA107F3D98D}"/>
          </ac:spMkLst>
        </pc:spChg>
        <pc:spChg chg="add mod">
          <ac:chgData name="tkddd rkd" userId="52e8a7badf671b05" providerId="LiveId" clId="{53BF42DF-B3B4-4C70-9CE8-9E8EB4DD6514}" dt="2025-08-17T22:11:22.562" v="1904" actId="20577"/>
          <ac:spMkLst>
            <pc:docMk/>
            <pc:sldMk cId="2732678939" sldId="1660"/>
            <ac:spMk id="41" creationId="{165F9991-791B-AA79-B3F2-F0E8DDAA02A0}"/>
          </ac:spMkLst>
        </pc:spChg>
        <pc:spChg chg="add mod">
          <ac:chgData name="tkddd rkd" userId="52e8a7badf671b05" providerId="LiveId" clId="{53BF42DF-B3B4-4C70-9CE8-9E8EB4DD6514}" dt="2025-08-17T22:10:42.026" v="1765" actId="571"/>
          <ac:spMkLst>
            <pc:docMk/>
            <pc:sldMk cId="2732678939" sldId="1660"/>
            <ac:spMk id="42" creationId="{3B36F9F1-7DB5-3E95-D0EA-C0A9ABB3C4A4}"/>
          </ac:spMkLst>
        </pc:spChg>
        <pc:spChg chg="add mod">
          <ac:chgData name="tkddd rkd" userId="52e8a7badf671b05" providerId="LiveId" clId="{53BF42DF-B3B4-4C70-9CE8-9E8EB4DD6514}" dt="2025-08-17T22:11:26.883" v="1905" actId="571"/>
          <ac:spMkLst>
            <pc:docMk/>
            <pc:sldMk cId="2732678939" sldId="1660"/>
            <ac:spMk id="44" creationId="{F9044932-967F-C1FA-8BD4-F334353C6D08}"/>
          </ac:spMkLst>
        </pc:spChg>
        <pc:spChg chg="add mod">
          <ac:chgData name="tkddd rkd" userId="52e8a7badf671b05" providerId="LiveId" clId="{53BF42DF-B3B4-4C70-9CE8-9E8EB4DD6514}" dt="2025-08-17T22:45:55.076" v="2547" actId="20577"/>
          <ac:spMkLst>
            <pc:docMk/>
            <pc:sldMk cId="2732678939" sldId="1660"/>
            <ac:spMk id="45" creationId="{63EF8109-EB1B-0120-E959-E5B0DE6724D3}"/>
          </ac:spMkLst>
        </pc:spChg>
        <pc:spChg chg="add mod">
          <ac:chgData name="tkddd rkd" userId="52e8a7badf671b05" providerId="LiveId" clId="{53BF42DF-B3B4-4C70-9CE8-9E8EB4DD6514}" dt="2025-08-17T22:46:32.919" v="2568" actId="20577"/>
          <ac:spMkLst>
            <pc:docMk/>
            <pc:sldMk cId="2732678939" sldId="1660"/>
            <ac:spMk id="46" creationId="{C356D4FC-6AA0-6E0E-7B47-EE24509C3DE7}"/>
          </ac:spMkLst>
        </pc:spChg>
        <pc:spChg chg="add mod">
          <ac:chgData name="tkddd rkd" userId="52e8a7badf671b05" providerId="LiveId" clId="{53BF42DF-B3B4-4C70-9CE8-9E8EB4DD6514}" dt="2025-08-17T22:54:34.616" v="3548" actId="13822"/>
          <ac:spMkLst>
            <pc:docMk/>
            <pc:sldMk cId="2732678939" sldId="1660"/>
            <ac:spMk id="55" creationId="{A2574488-C029-230E-6573-142B5F9AE971}"/>
          </ac:spMkLst>
        </pc:spChg>
        <pc:picChg chg="add del mod">
          <ac:chgData name="tkddd rkd" userId="52e8a7badf671b05" providerId="LiveId" clId="{53BF42DF-B3B4-4C70-9CE8-9E8EB4DD6514}" dt="2025-08-17T22:28:08.396" v="2515" actId="478"/>
          <ac:picMkLst>
            <pc:docMk/>
            <pc:sldMk cId="2732678939" sldId="1660"/>
            <ac:picMk id="2" creationId="{3E993B7C-2B97-2136-6C80-0BD906F73B3F}"/>
          </ac:picMkLst>
        </pc:picChg>
        <pc:picChg chg="add del mod">
          <ac:chgData name="tkddd rkd" userId="52e8a7badf671b05" providerId="LiveId" clId="{53BF42DF-B3B4-4C70-9CE8-9E8EB4DD6514}" dt="2025-08-17T22:28:51.483" v="2521" actId="478"/>
          <ac:picMkLst>
            <pc:docMk/>
            <pc:sldMk cId="2732678939" sldId="1660"/>
            <ac:picMk id="6" creationId="{B0934709-8FD2-1EFF-EFDD-8F9868B0096D}"/>
          </ac:picMkLst>
        </pc:picChg>
        <pc:picChg chg="add del mod">
          <ac:chgData name="tkddd rkd" userId="52e8a7badf671b05" providerId="LiveId" clId="{53BF42DF-B3B4-4C70-9CE8-9E8EB4DD6514}" dt="2025-08-17T22:29:26.484" v="2529" actId="478"/>
          <ac:picMkLst>
            <pc:docMk/>
            <pc:sldMk cId="2732678939" sldId="1660"/>
            <ac:picMk id="25" creationId="{F5C50040-EE7C-C139-8218-2D566E9A03A5}"/>
          </ac:picMkLst>
        </pc:picChg>
        <pc:picChg chg="mod">
          <ac:chgData name="tkddd rkd" userId="52e8a7badf671b05" providerId="LiveId" clId="{53BF42DF-B3B4-4C70-9CE8-9E8EB4DD6514}" dt="2025-08-17T22:10:28.170" v="1761" actId="1076"/>
          <ac:picMkLst>
            <pc:docMk/>
            <pc:sldMk cId="2732678939" sldId="1660"/>
            <ac:picMk id="26" creationId="{22D868A1-BE36-BBA1-C1CF-A34DD8D9CD07}"/>
          </ac:picMkLst>
        </pc:picChg>
        <pc:picChg chg="add del mod">
          <ac:chgData name="tkddd rkd" userId="52e8a7badf671b05" providerId="LiveId" clId="{53BF42DF-B3B4-4C70-9CE8-9E8EB4DD6514}" dt="2025-08-17T22:30:07.474" v="2535" actId="478"/>
          <ac:picMkLst>
            <pc:docMk/>
            <pc:sldMk cId="2732678939" sldId="1660"/>
            <ac:picMk id="31" creationId="{787959F9-F972-8744-8406-87D043B0D35F}"/>
          </ac:picMkLst>
        </pc:picChg>
        <pc:picChg chg="add del mod">
          <ac:chgData name="tkddd rkd" userId="52e8a7badf671b05" providerId="LiveId" clId="{53BF42DF-B3B4-4C70-9CE8-9E8EB4DD6514}" dt="2025-08-17T22:11:35.894" v="1935" actId="478"/>
          <ac:picMkLst>
            <pc:docMk/>
            <pc:sldMk cId="2732678939" sldId="1660"/>
            <ac:picMk id="43" creationId="{74FC4A19-1CF5-D864-0732-90556A2ADD1C}"/>
          </ac:picMkLst>
        </pc:picChg>
        <pc:picChg chg="add mod ord">
          <ac:chgData name="tkddd rkd" userId="52e8a7badf671b05" providerId="LiveId" clId="{53BF42DF-B3B4-4C70-9CE8-9E8EB4DD6514}" dt="2025-08-17T22:28:06.797" v="2514" actId="167"/>
          <ac:picMkLst>
            <pc:docMk/>
            <pc:sldMk cId="2732678939" sldId="1660"/>
            <ac:picMk id="48" creationId="{337626D5-36C1-47CE-F18B-D8FBF653F314}"/>
          </ac:picMkLst>
        </pc:picChg>
        <pc:picChg chg="add mod ord">
          <ac:chgData name="tkddd rkd" userId="52e8a7badf671b05" providerId="LiveId" clId="{53BF42DF-B3B4-4C70-9CE8-9E8EB4DD6514}" dt="2025-08-17T22:28:49.112" v="2520" actId="167"/>
          <ac:picMkLst>
            <pc:docMk/>
            <pc:sldMk cId="2732678939" sldId="1660"/>
            <ac:picMk id="50" creationId="{3D46B896-CA87-6E4F-62A6-936C70011EF5}"/>
          </ac:picMkLst>
        </pc:picChg>
        <pc:picChg chg="add mod ord">
          <ac:chgData name="tkddd rkd" userId="52e8a7badf671b05" providerId="LiveId" clId="{53BF42DF-B3B4-4C70-9CE8-9E8EB4DD6514}" dt="2025-08-17T22:29:24.104" v="2528" actId="167"/>
          <ac:picMkLst>
            <pc:docMk/>
            <pc:sldMk cId="2732678939" sldId="1660"/>
            <ac:picMk id="52" creationId="{037E3DC4-979E-B550-30DB-67D9F42C69DA}"/>
          </ac:picMkLst>
        </pc:picChg>
        <pc:picChg chg="add mod ord">
          <ac:chgData name="tkddd rkd" userId="52e8a7badf671b05" providerId="LiveId" clId="{53BF42DF-B3B4-4C70-9CE8-9E8EB4DD6514}" dt="2025-08-17T22:30:06.042" v="2534" actId="167"/>
          <ac:picMkLst>
            <pc:docMk/>
            <pc:sldMk cId="2732678939" sldId="1660"/>
            <ac:picMk id="54" creationId="{C2B9877E-569F-E2B8-B838-F5B5942503C2}"/>
          </ac:picMkLst>
        </pc:picChg>
        <pc:picChg chg="add mod">
          <ac:chgData name="tkddd rkd" userId="52e8a7badf671b05" providerId="LiveId" clId="{53BF42DF-B3B4-4C70-9CE8-9E8EB4DD6514}" dt="2025-08-17T22:45:36.903" v="2538" actId="1076"/>
          <ac:picMkLst>
            <pc:docMk/>
            <pc:sldMk cId="2732678939" sldId="1660"/>
            <ac:picMk id="1026" creationId="{018E7B3E-4AC3-DDFC-C3C1-A1167CA5718B}"/>
          </ac:picMkLst>
        </pc:picChg>
        <pc:cxnChg chg="del mod">
          <ac:chgData name="tkddd rkd" userId="52e8a7badf671b05" providerId="LiveId" clId="{53BF42DF-B3B4-4C70-9CE8-9E8EB4DD6514}" dt="2025-08-17T22:10:22.086" v="1760" actId="478"/>
          <ac:cxnSpMkLst>
            <pc:docMk/>
            <pc:sldMk cId="2732678939" sldId="1660"/>
            <ac:cxnSpMk id="15" creationId="{EA6DAED8-1384-804D-9C4C-F5883FAF57AB}"/>
          </ac:cxnSpMkLst>
        </pc:cxnChg>
        <pc:cxnChg chg="del">
          <ac:chgData name="tkddd rkd" userId="52e8a7badf671b05" providerId="LiveId" clId="{53BF42DF-B3B4-4C70-9CE8-9E8EB4DD6514}" dt="2025-08-17T22:10:22.086" v="1760" actId="478"/>
          <ac:cxnSpMkLst>
            <pc:docMk/>
            <pc:sldMk cId="2732678939" sldId="1660"/>
            <ac:cxnSpMk id="16" creationId="{8D6A2276-BEEF-EC0A-B2D4-4D25B6E4A07A}"/>
          </ac:cxnSpMkLst>
        </pc:cxnChg>
        <pc:cxnChg chg="del">
          <ac:chgData name="tkddd rkd" userId="52e8a7badf671b05" providerId="LiveId" clId="{53BF42DF-B3B4-4C70-9CE8-9E8EB4DD6514}" dt="2025-08-17T22:10:22.086" v="1760" actId="478"/>
          <ac:cxnSpMkLst>
            <pc:docMk/>
            <pc:sldMk cId="2732678939" sldId="1660"/>
            <ac:cxnSpMk id="17" creationId="{41DFF6D3-3E9B-E9C1-F6E8-46F8E9C61521}"/>
          </ac:cxnSpMkLst>
        </pc:cxnChg>
        <pc:cxnChg chg="del">
          <ac:chgData name="tkddd rkd" userId="52e8a7badf671b05" providerId="LiveId" clId="{53BF42DF-B3B4-4C70-9CE8-9E8EB4DD6514}" dt="2025-08-17T22:10:22.086" v="1760" actId="478"/>
          <ac:cxnSpMkLst>
            <pc:docMk/>
            <pc:sldMk cId="2732678939" sldId="1660"/>
            <ac:cxnSpMk id="19" creationId="{48071B2D-EED7-38F4-487D-52FDD75CD006}"/>
          </ac:cxnSpMkLst>
        </pc:cxnChg>
      </pc:sldChg>
      <pc:sldChg chg="addSp delSp modSp add mod">
        <pc:chgData name="tkddd rkd" userId="52e8a7badf671b05" providerId="LiveId" clId="{53BF42DF-B3B4-4C70-9CE8-9E8EB4DD6514}" dt="2025-08-17T22:58:09.101" v="3811" actId="164"/>
        <pc:sldMkLst>
          <pc:docMk/>
          <pc:sldMk cId="2199261584" sldId="1661"/>
        </pc:sldMkLst>
        <pc:spChg chg="add mod">
          <ac:chgData name="tkddd rkd" userId="52e8a7badf671b05" providerId="LiveId" clId="{53BF42DF-B3B4-4C70-9CE8-9E8EB4DD6514}" dt="2025-08-17T22:46:15.038" v="2551" actId="167"/>
          <ac:spMkLst>
            <pc:docMk/>
            <pc:sldMk cId="2199261584" sldId="1661"/>
            <ac:spMk id="2" creationId="{820944EB-5DEC-16C4-60CF-FFB7C618D986}"/>
          </ac:spMkLst>
        </pc:spChg>
        <pc:spChg chg="add mod">
          <ac:chgData name="tkddd rkd" userId="52e8a7badf671b05" providerId="LiveId" clId="{53BF42DF-B3B4-4C70-9CE8-9E8EB4DD6514}" dt="2025-08-17T22:46:15.038" v="2551" actId="167"/>
          <ac:spMkLst>
            <pc:docMk/>
            <pc:sldMk cId="2199261584" sldId="1661"/>
            <ac:spMk id="3" creationId="{7796FBE7-FC3B-6602-C7FA-D793C59C5373}"/>
          </ac:spMkLst>
        </pc:spChg>
        <pc:spChg chg="add mod">
          <ac:chgData name="tkddd rkd" userId="52e8a7badf671b05" providerId="LiveId" clId="{53BF42DF-B3B4-4C70-9CE8-9E8EB4DD6514}" dt="2025-08-17T22:46:40.239" v="2588" actId="20577"/>
          <ac:spMkLst>
            <pc:docMk/>
            <pc:sldMk cId="2199261584" sldId="1661"/>
            <ac:spMk id="4" creationId="{F4EF9F07-F962-1B79-582B-B9B5D44354C5}"/>
          </ac:spMkLst>
        </pc:spChg>
        <pc:spChg chg="add mod">
          <ac:chgData name="tkddd rkd" userId="52e8a7badf671b05" providerId="LiveId" clId="{53BF42DF-B3B4-4C70-9CE8-9E8EB4DD6514}" dt="2025-08-17T22:58:09.101" v="3811" actId="164"/>
          <ac:spMkLst>
            <pc:docMk/>
            <pc:sldMk cId="2199261584" sldId="1661"/>
            <ac:spMk id="6" creationId="{38C0559C-1491-32ED-8EA3-BD05CA7F1F48}"/>
          </ac:spMkLst>
        </pc:spChg>
        <pc:spChg chg="del">
          <ac:chgData name="tkddd rkd" userId="52e8a7badf671b05" providerId="LiveId" clId="{53BF42DF-B3B4-4C70-9CE8-9E8EB4DD6514}" dt="2025-08-17T22:46:18.198" v="2552" actId="478"/>
          <ac:spMkLst>
            <pc:docMk/>
            <pc:sldMk cId="2199261584" sldId="1661"/>
            <ac:spMk id="22" creationId="{6F13CEF6-265C-48E8-D5EF-6BEC14C893CE}"/>
          </ac:spMkLst>
        </pc:spChg>
        <pc:spChg chg="del">
          <ac:chgData name="tkddd rkd" userId="52e8a7badf671b05" providerId="LiveId" clId="{53BF42DF-B3B4-4C70-9CE8-9E8EB4DD6514}" dt="2025-08-17T22:46:19.829" v="2553" actId="478"/>
          <ac:spMkLst>
            <pc:docMk/>
            <pc:sldMk cId="2199261584" sldId="1661"/>
            <ac:spMk id="23" creationId="{280BD5B3-A25E-0836-D849-7F84531426DC}"/>
          </ac:spMkLst>
        </pc:spChg>
        <pc:spChg chg="del">
          <ac:chgData name="tkddd rkd" userId="52e8a7badf671b05" providerId="LiveId" clId="{53BF42DF-B3B4-4C70-9CE8-9E8EB4DD6514}" dt="2025-08-17T22:46:20.588" v="2554" actId="478"/>
          <ac:spMkLst>
            <pc:docMk/>
            <pc:sldMk cId="2199261584" sldId="1661"/>
            <ac:spMk id="24" creationId="{59B2D232-A20E-0742-0DB5-BE727CE6FEA6}"/>
          </ac:spMkLst>
        </pc:spChg>
        <pc:spChg chg="mod">
          <ac:chgData name="tkddd rkd" userId="52e8a7badf671b05" providerId="LiveId" clId="{53BF42DF-B3B4-4C70-9CE8-9E8EB4DD6514}" dt="2025-08-17T22:47:00.953" v="2652" actId="20577"/>
          <ac:spMkLst>
            <pc:docMk/>
            <pc:sldMk cId="2199261584" sldId="1661"/>
            <ac:spMk id="32" creationId="{628A312F-0207-3DFC-4DA7-284363B396F6}"/>
          </ac:spMkLst>
        </pc:spChg>
        <pc:spChg chg="mod">
          <ac:chgData name="tkddd rkd" userId="52e8a7badf671b05" providerId="LiveId" clId="{53BF42DF-B3B4-4C70-9CE8-9E8EB4DD6514}" dt="2025-08-17T22:47:24.038" v="2717" actId="1076"/>
          <ac:spMkLst>
            <pc:docMk/>
            <pc:sldMk cId="2199261584" sldId="1661"/>
            <ac:spMk id="33" creationId="{75B7A6FD-B1E1-F7B7-A8DD-6C4593B19352}"/>
          </ac:spMkLst>
        </pc:spChg>
        <pc:spChg chg="mod">
          <ac:chgData name="tkddd rkd" userId="52e8a7badf671b05" providerId="LiveId" clId="{53BF42DF-B3B4-4C70-9CE8-9E8EB4DD6514}" dt="2025-08-17T22:47:39.953" v="2759" actId="20577"/>
          <ac:spMkLst>
            <pc:docMk/>
            <pc:sldMk cId="2199261584" sldId="1661"/>
            <ac:spMk id="34" creationId="{11A13904-DDD5-AD30-664C-146CBA5A5C4B}"/>
          </ac:spMkLst>
        </pc:spChg>
        <pc:spChg chg="mod">
          <ac:chgData name="tkddd rkd" userId="52e8a7badf671b05" providerId="LiveId" clId="{53BF42DF-B3B4-4C70-9CE8-9E8EB4DD6514}" dt="2025-08-17T22:48:06.815" v="2828" actId="1076"/>
          <ac:spMkLst>
            <pc:docMk/>
            <pc:sldMk cId="2199261584" sldId="1661"/>
            <ac:spMk id="35" creationId="{25117272-A053-E166-0D72-9B1530902451}"/>
          </ac:spMkLst>
        </pc:spChg>
        <pc:spChg chg="mod">
          <ac:chgData name="tkddd rkd" userId="52e8a7badf671b05" providerId="LiveId" clId="{53BF42DF-B3B4-4C70-9CE8-9E8EB4DD6514}" dt="2025-08-17T22:46:47.785" v="2603" actId="20577"/>
          <ac:spMkLst>
            <pc:docMk/>
            <pc:sldMk cId="2199261584" sldId="1661"/>
            <ac:spMk id="36" creationId="{9DA07427-5ABE-7D9F-4F78-651F873CF402}"/>
          </ac:spMkLst>
        </pc:spChg>
        <pc:spChg chg="mod">
          <ac:chgData name="tkddd rkd" userId="52e8a7badf671b05" providerId="LiveId" clId="{53BF42DF-B3B4-4C70-9CE8-9E8EB4DD6514}" dt="2025-08-17T22:46:50.996" v="2624" actId="20577"/>
          <ac:spMkLst>
            <pc:docMk/>
            <pc:sldMk cId="2199261584" sldId="1661"/>
            <ac:spMk id="37" creationId="{EC274D88-59A2-BCF5-EAE3-5ED4C8FE4F8A}"/>
          </ac:spMkLst>
        </pc:spChg>
        <pc:spChg chg="mod">
          <ac:chgData name="tkddd rkd" userId="52e8a7badf671b05" providerId="LiveId" clId="{53BF42DF-B3B4-4C70-9CE8-9E8EB4DD6514}" dt="2025-08-17T22:48:15.498" v="2855" actId="20577"/>
          <ac:spMkLst>
            <pc:docMk/>
            <pc:sldMk cId="2199261584" sldId="1661"/>
            <ac:spMk id="38" creationId="{E3239527-68CA-4378-6400-842A02C640C1}"/>
          </ac:spMkLst>
        </pc:spChg>
        <pc:spChg chg="mod">
          <ac:chgData name="tkddd rkd" userId="52e8a7badf671b05" providerId="LiveId" clId="{53BF42DF-B3B4-4C70-9CE8-9E8EB4DD6514}" dt="2025-08-17T22:48:44.152" v="2949" actId="20577"/>
          <ac:spMkLst>
            <pc:docMk/>
            <pc:sldMk cId="2199261584" sldId="1661"/>
            <ac:spMk id="39" creationId="{6058C089-939C-8B46-0D60-0CBC42A5CB52}"/>
          </ac:spMkLst>
        </pc:spChg>
        <pc:spChg chg="mod">
          <ac:chgData name="tkddd rkd" userId="52e8a7badf671b05" providerId="LiveId" clId="{53BF42DF-B3B4-4C70-9CE8-9E8EB4DD6514}" dt="2025-08-17T22:49:35.734" v="3050" actId="20577"/>
          <ac:spMkLst>
            <pc:docMk/>
            <pc:sldMk cId="2199261584" sldId="1661"/>
            <ac:spMk id="40" creationId="{3B25494F-76ED-FAF4-1E86-4BB868C88FE8}"/>
          </ac:spMkLst>
        </pc:spChg>
        <pc:spChg chg="mod">
          <ac:chgData name="tkddd rkd" userId="52e8a7badf671b05" providerId="LiveId" clId="{53BF42DF-B3B4-4C70-9CE8-9E8EB4DD6514}" dt="2025-08-17T22:49:51.102" v="3136" actId="20577"/>
          <ac:spMkLst>
            <pc:docMk/>
            <pc:sldMk cId="2199261584" sldId="1661"/>
            <ac:spMk id="41" creationId="{29A2CE6C-A16D-9D33-D381-363245E9AA87}"/>
          </ac:spMkLst>
        </pc:spChg>
        <pc:spChg chg="mod">
          <ac:chgData name="tkddd rkd" userId="52e8a7badf671b05" providerId="LiveId" clId="{53BF42DF-B3B4-4C70-9CE8-9E8EB4DD6514}" dt="2025-08-17T22:58:09.101" v="3811" actId="164"/>
          <ac:spMkLst>
            <pc:docMk/>
            <pc:sldMk cId="2199261584" sldId="1661"/>
            <ac:spMk id="47" creationId="{725129AC-F456-6868-B104-17760A6FA695}"/>
          </ac:spMkLst>
        </pc:spChg>
        <pc:spChg chg="del">
          <ac:chgData name="tkddd rkd" userId="52e8a7badf671b05" providerId="LiveId" clId="{53BF42DF-B3B4-4C70-9CE8-9E8EB4DD6514}" dt="2025-08-17T22:48:56.609" v="2950" actId="478"/>
          <ac:spMkLst>
            <pc:docMk/>
            <pc:sldMk cId="2199261584" sldId="1661"/>
            <ac:spMk id="48" creationId="{09A0379D-8DC6-23A0-AA73-11683AF82FDA}"/>
          </ac:spMkLst>
        </pc:spChg>
        <pc:grpChg chg="add mod">
          <ac:chgData name="tkddd rkd" userId="52e8a7badf671b05" providerId="LiveId" clId="{53BF42DF-B3B4-4C70-9CE8-9E8EB4DD6514}" dt="2025-08-17T22:58:09.101" v="3811" actId="164"/>
          <ac:grpSpMkLst>
            <pc:docMk/>
            <pc:sldMk cId="2199261584" sldId="1661"/>
            <ac:grpSpMk id="7" creationId="{764039B8-62EB-4B1C-04F0-FD26A78F9F20}"/>
          </ac:grpSpMkLst>
        </pc:grpChg>
        <pc:grpChg chg="mod">
          <ac:chgData name="tkddd rkd" userId="52e8a7badf671b05" providerId="LiveId" clId="{53BF42DF-B3B4-4C70-9CE8-9E8EB4DD6514}" dt="2025-08-17T22:58:09.101" v="3811" actId="164"/>
          <ac:grpSpMkLst>
            <pc:docMk/>
            <pc:sldMk cId="2199261584" sldId="1661"/>
            <ac:grpSpMk id="46" creationId="{D0D3F90B-2640-5B7B-D9DA-ACA51739733C}"/>
          </ac:grpSpMkLst>
        </pc:grpChg>
        <pc:picChg chg="add mod">
          <ac:chgData name="tkddd rkd" userId="52e8a7badf671b05" providerId="LiveId" clId="{53BF42DF-B3B4-4C70-9CE8-9E8EB4DD6514}" dt="2025-08-17T22:46:15.038" v="2551" actId="167"/>
          <ac:picMkLst>
            <pc:docMk/>
            <pc:sldMk cId="2199261584" sldId="1661"/>
            <ac:picMk id="5" creationId="{68C3CF74-DAA8-4F86-F3BA-2296018AE141}"/>
          </ac:picMkLst>
        </pc:picChg>
        <pc:picChg chg="del">
          <ac:chgData name="tkddd rkd" userId="52e8a7badf671b05" providerId="LiveId" clId="{53BF42DF-B3B4-4C70-9CE8-9E8EB4DD6514}" dt="2025-08-17T22:46:00.430" v="2548" actId="478"/>
          <ac:picMkLst>
            <pc:docMk/>
            <pc:sldMk cId="2199261584" sldId="1661"/>
            <ac:picMk id="26" creationId="{ABE315FB-D8C4-7649-3A0E-38501083EB50}"/>
          </ac:picMkLst>
        </pc:picChg>
      </pc:sldChg>
      <pc:sldChg chg="addSp delSp modSp add mod ord">
        <pc:chgData name="tkddd rkd" userId="52e8a7badf671b05" providerId="LiveId" clId="{53BF42DF-B3B4-4C70-9CE8-9E8EB4DD6514}" dt="2025-08-17T23:01:14.707" v="3885" actId="20577"/>
        <pc:sldMkLst>
          <pc:docMk/>
          <pc:sldMk cId="2498578245" sldId="1662"/>
        </pc:sldMkLst>
        <pc:spChg chg="add mod">
          <ac:chgData name="tkddd rkd" userId="52e8a7badf671b05" providerId="LiveId" clId="{53BF42DF-B3B4-4C70-9CE8-9E8EB4DD6514}" dt="2025-08-17T22:59:47.587" v="3817" actId="164"/>
          <ac:spMkLst>
            <pc:docMk/>
            <pc:sldMk cId="2498578245" sldId="1662"/>
            <ac:spMk id="2" creationId="{D237A092-C7EC-917B-45C8-73AD8FA8029C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3" creationId="{3610C689-1CFC-E26A-6A56-97DDE1D5006F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5" creationId="{CF1D9194-9D5F-7DAC-E5EF-5EEC7ACA6FE2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8" creationId="{27D5707E-A6FA-5396-8E8D-4F2427FF0F77}"/>
          </ac:spMkLst>
        </pc:spChg>
        <pc:spChg chg="mod">
          <ac:chgData name="tkddd rkd" userId="52e8a7badf671b05" providerId="LiveId" clId="{53BF42DF-B3B4-4C70-9CE8-9E8EB4DD6514}" dt="2025-08-17T22:56:17.974" v="3741" actId="20577"/>
          <ac:spMkLst>
            <pc:docMk/>
            <pc:sldMk cId="2498578245" sldId="1662"/>
            <ac:spMk id="9" creationId="{88201FAA-29ED-384E-26AF-7262DC3E26CB}"/>
          </ac:spMkLst>
        </pc:spChg>
        <pc:spChg chg="mod">
          <ac:chgData name="tkddd rkd" userId="52e8a7badf671b05" providerId="LiveId" clId="{53BF42DF-B3B4-4C70-9CE8-9E8EB4DD6514}" dt="2025-08-17T22:56:26.190" v="3798" actId="20577"/>
          <ac:spMkLst>
            <pc:docMk/>
            <pc:sldMk cId="2498578245" sldId="1662"/>
            <ac:spMk id="10" creationId="{83CE131C-8878-5550-9632-BE72183A022D}"/>
          </ac:spMkLst>
        </pc:spChg>
        <pc:spChg chg="mod">
          <ac:chgData name="tkddd rkd" userId="52e8a7badf671b05" providerId="LiveId" clId="{53BF42DF-B3B4-4C70-9CE8-9E8EB4DD6514}" dt="2025-08-17T22:54:58.348" v="3561"/>
          <ac:spMkLst>
            <pc:docMk/>
            <pc:sldMk cId="2498578245" sldId="1662"/>
            <ac:spMk id="12" creationId="{48AC556F-7D38-6F4C-13D0-B6E56BFCC638}"/>
          </ac:spMkLst>
        </pc:spChg>
        <pc:spChg chg="mod">
          <ac:chgData name="tkddd rkd" userId="52e8a7badf671b05" providerId="LiveId" clId="{53BF42DF-B3B4-4C70-9CE8-9E8EB4DD6514}" dt="2025-08-17T23:01:14.707" v="3885" actId="20577"/>
          <ac:spMkLst>
            <pc:docMk/>
            <pc:sldMk cId="2498578245" sldId="1662"/>
            <ac:spMk id="13" creationId="{5482FC82-F4A8-68D5-AC53-93F22434A5DD}"/>
          </ac:spMkLst>
        </pc:spChg>
        <pc:spChg chg="mod">
          <ac:chgData name="tkddd rkd" userId="52e8a7badf671b05" providerId="LiveId" clId="{53BF42DF-B3B4-4C70-9CE8-9E8EB4DD6514}" dt="2025-08-17T22:55:40.576" v="3637"/>
          <ac:spMkLst>
            <pc:docMk/>
            <pc:sldMk cId="2498578245" sldId="1662"/>
            <ac:spMk id="15" creationId="{D64ACCDB-7202-2F19-FA0F-850540069FAD}"/>
          </ac:spMkLst>
        </pc:spChg>
        <pc:spChg chg="mod">
          <ac:chgData name="tkddd rkd" userId="52e8a7badf671b05" providerId="LiveId" clId="{53BF42DF-B3B4-4C70-9CE8-9E8EB4DD6514}" dt="2025-08-17T22:55:59.812" v="3704" actId="1076"/>
          <ac:spMkLst>
            <pc:docMk/>
            <pc:sldMk cId="2498578245" sldId="1662"/>
            <ac:spMk id="16" creationId="{C3405563-2D62-473F-D960-DDCC4374536B}"/>
          </ac:spMkLst>
        </pc:spChg>
        <pc:spChg chg="mod">
          <ac:chgData name="tkddd rkd" userId="52e8a7badf671b05" providerId="LiveId" clId="{53BF42DF-B3B4-4C70-9CE8-9E8EB4DD6514}" dt="2025-08-17T22:54:58.348" v="3561"/>
          <ac:spMkLst>
            <pc:docMk/>
            <pc:sldMk cId="2498578245" sldId="1662"/>
            <ac:spMk id="18" creationId="{BDDC2A4D-063D-C960-B103-C08BE790EE00}"/>
          </ac:spMkLst>
        </pc:spChg>
        <pc:spChg chg="mod">
          <ac:chgData name="tkddd rkd" userId="52e8a7badf671b05" providerId="LiveId" clId="{53BF42DF-B3B4-4C70-9CE8-9E8EB4DD6514}" dt="2025-08-17T22:54:58.348" v="3561"/>
          <ac:spMkLst>
            <pc:docMk/>
            <pc:sldMk cId="2498578245" sldId="1662"/>
            <ac:spMk id="19" creationId="{CAB309F7-498E-BC27-B452-19057AD75588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22" creationId="{C50244FE-61AC-8A06-A39D-6B7FE03D1785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23" creationId="{7A99DB8D-BDAD-5894-B0C5-183A151C5A69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24" creationId="{6DF2037F-ADFC-D81D-8E64-F0645BEA1D87}"/>
          </ac:spMkLst>
        </pc:spChg>
        <pc:spChg chg="add del mod">
          <ac:chgData name="tkddd rkd" userId="52e8a7badf671b05" providerId="LiveId" clId="{53BF42DF-B3B4-4C70-9CE8-9E8EB4DD6514}" dt="2025-08-17T22:55:04.779" v="3563" actId="478"/>
          <ac:spMkLst>
            <pc:docMk/>
            <pc:sldMk cId="2498578245" sldId="1662"/>
            <ac:spMk id="25" creationId="{0DD7CECA-686F-D29F-CE77-C55C8192E291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27" creationId="{4CD4BBF2-4526-6A36-FBCC-CD19760358D5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40" creationId="{698C3A84-C125-B217-FD41-4804982C1A88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42" creationId="{241D2D99-8C1A-1C23-2017-6365C923CD76}"/>
          </ac:spMkLst>
        </pc:spChg>
        <pc:spChg chg="del">
          <ac:chgData name="tkddd rkd" userId="52e8a7badf671b05" providerId="LiveId" clId="{53BF42DF-B3B4-4C70-9CE8-9E8EB4DD6514}" dt="2025-08-17T22:54:51.745" v="3560" actId="478"/>
          <ac:spMkLst>
            <pc:docMk/>
            <pc:sldMk cId="2498578245" sldId="1662"/>
            <ac:spMk id="44" creationId="{032FED90-3D54-3117-135A-BAAA2C94AD23}"/>
          </ac:spMkLst>
        </pc:spChg>
        <pc:spChg chg="mod">
          <ac:chgData name="tkddd rkd" userId="52e8a7badf671b05" providerId="LiveId" clId="{53BF42DF-B3B4-4C70-9CE8-9E8EB4DD6514}" dt="2025-08-17T22:54:49.716" v="3559" actId="20577"/>
          <ac:spMkLst>
            <pc:docMk/>
            <pc:sldMk cId="2498578245" sldId="1662"/>
            <ac:spMk id="55" creationId="{64343D48-3B2C-BD88-751F-36614E28E074}"/>
          </ac:spMkLst>
        </pc:spChg>
        <pc:grpChg chg="mod">
          <ac:chgData name="tkddd rkd" userId="52e8a7badf671b05" providerId="LiveId" clId="{53BF42DF-B3B4-4C70-9CE8-9E8EB4DD6514}" dt="2025-08-17T22:59:47.587" v="3817" actId="164"/>
          <ac:grpSpMkLst>
            <pc:docMk/>
            <pc:sldMk cId="2498578245" sldId="1662"/>
            <ac:grpSpMk id="6" creationId="{5E36F8DF-6502-4F86-2790-B1154A53B3BC}"/>
          </ac:grpSpMkLst>
        </pc:grpChg>
        <pc:grpChg chg="mod">
          <ac:chgData name="tkddd rkd" userId="52e8a7badf671b05" providerId="LiveId" clId="{53BF42DF-B3B4-4C70-9CE8-9E8EB4DD6514}" dt="2025-08-17T22:59:47.587" v="3817" actId="164"/>
          <ac:grpSpMkLst>
            <pc:docMk/>
            <pc:sldMk cId="2498578245" sldId="1662"/>
            <ac:grpSpMk id="11" creationId="{B048F6D7-EF30-5C94-815C-7C238B35B29B}"/>
          </ac:grpSpMkLst>
        </pc:grpChg>
        <pc:grpChg chg="mod">
          <ac:chgData name="tkddd rkd" userId="52e8a7badf671b05" providerId="LiveId" clId="{53BF42DF-B3B4-4C70-9CE8-9E8EB4DD6514}" dt="2025-08-17T22:59:47.587" v="3817" actId="164"/>
          <ac:grpSpMkLst>
            <pc:docMk/>
            <pc:sldMk cId="2498578245" sldId="1662"/>
            <ac:grpSpMk id="14" creationId="{CC7D71D0-B12F-ABC9-BAF5-702974260C7A}"/>
          </ac:grpSpMkLst>
        </pc:grpChg>
        <pc:grpChg chg="mod">
          <ac:chgData name="tkddd rkd" userId="52e8a7badf671b05" providerId="LiveId" clId="{53BF42DF-B3B4-4C70-9CE8-9E8EB4DD6514}" dt="2025-08-17T22:59:47.587" v="3817" actId="164"/>
          <ac:grpSpMkLst>
            <pc:docMk/>
            <pc:sldMk cId="2498578245" sldId="1662"/>
            <ac:grpSpMk id="17" creationId="{DA8AFE9E-1077-CB98-D215-82632BDE5FE1}"/>
          </ac:grpSpMkLst>
        </pc:grpChg>
        <pc:grpChg chg="add mod">
          <ac:chgData name="tkddd rkd" userId="52e8a7badf671b05" providerId="LiveId" clId="{53BF42DF-B3B4-4C70-9CE8-9E8EB4DD6514}" dt="2025-08-17T23:00:32.340" v="3824" actId="1076"/>
          <ac:grpSpMkLst>
            <pc:docMk/>
            <pc:sldMk cId="2498578245" sldId="1662"/>
            <ac:grpSpMk id="30" creationId="{170F880E-89E4-6363-4338-63738B8A50A2}"/>
          </ac:grpSpMkLst>
        </pc:grpChg>
        <pc:picChg chg="add mod">
          <ac:chgData name="tkddd rkd" userId="52e8a7badf671b05" providerId="LiveId" clId="{53BF42DF-B3B4-4C70-9CE8-9E8EB4DD6514}" dt="2025-08-17T23:00:22.116" v="3823" actId="14100"/>
          <ac:picMkLst>
            <pc:docMk/>
            <pc:sldMk cId="2498578245" sldId="1662"/>
            <ac:picMk id="32" creationId="{CE6912A8-F304-294E-7735-E0660C1CC635}"/>
          </ac:picMkLst>
        </pc:picChg>
      </pc:sldChg>
      <pc:sldMasterChg chg="delSldLayout">
        <pc:chgData name="tkddd rkd" userId="52e8a7badf671b05" providerId="LiveId" clId="{53BF42DF-B3B4-4C70-9CE8-9E8EB4DD6514}" dt="2025-08-17T22:22:21.680" v="2312" actId="47"/>
        <pc:sldMasterMkLst>
          <pc:docMk/>
          <pc:sldMasterMk cId="2837294049" sldId="2147483667"/>
        </pc:sldMasterMkLst>
        <pc:sldLayoutChg chg="del">
          <pc:chgData name="tkddd rkd" userId="52e8a7badf671b05" providerId="LiveId" clId="{53BF42DF-B3B4-4C70-9CE8-9E8EB4DD6514}" dt="2025-08-17T22:22:21.680" v="2312" actId="47"/>
          <pc:sldLayoutMkLst>
            <pc:docMk/>
            <pc:sldMasterMk cId="2837294049" sldId="2147483667"/>
            <pc:sldLayoutMk cId="3321507166" sldId="214748366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A4F3F-1309-49E9-B3F7-488BC644CE84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8B5C6-2848-4A1F-9FB6-4853284564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777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15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48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77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6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72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51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948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02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11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7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62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96270-5DFE-4CCF-AABF-B43AD8BF64AA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20BE8-E8F1-4DAD-B920-FCBFC4B27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29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01"/>
          <p:cNvSpPr/>
          <p:nvPr/>
        </p:nvSpPr>
        <p:spPr>
          <a:xfrm>
            <a:off x="10043086" y="1658389"/>
            <a:ext cx="1637608" cy="1606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4" name="직사각형 3"/>
          <p:cNvSpPr/>
          <p:nvPr/>
        </p:nvSpPr>
        <p:spPr>
          <a:xfrm>
            <a:off x="266007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KoPub돋움체 Bold"/>
                <a:ea typeface="KoPub돋움체 Bold"/>
              </a:rPr>
              <a:t>파일 가져오기</a:t>
            </a:r>
            <a:endParaRPr lang="en-US" altLang="ko-KR" dirty="0">
              <a:latin typeface="KoPub돋움체 Bold"/>
              <a:ea typeface="KoPub돋움체 Bold"/>
            </a:endParaRPr>
          </a:p>
          <a:p>
            <a:pPr algn="ctr">
              <a:defRPr/>
            </a:pPr>
            <a:r>
              <a:rPr lang="en-US" altLang="ko-KR" sz="1400" dirty="0">
                <a:latin typeface="KoPub돋움체 Bold"/>
                <a:ea typeface="KoPub돋움체 Bold"/>
              </a:rPr>
              <a:t>(</a:t>
            </a:r>
            <a:r>
              <a:rPr lang="ko-KR" altLang="en-US" sz="1400" dirty="0">
                <a:latin typeface="KoPub돋움체 Bold"/>
                <a:ea typeface="KoPub돋움체 Bold"/>
              </a:rPr>
              <a:t>데이터 관리</a:t>
            </a:r>
            <a:r>
              <a:rPr lang="en-US" altLang="ko-KR" sz="1400" dirty="0">
                <a:latin typeface="KoPub돋움체 Bold"/>
                <a:ea typeface="KoPub돋움체 Bold"/>
              </a:rPr>
              <a:t>)</a:t>
            </a:r>
            <a:endParaRPr lang="ko-KR" altLang="en-US" sz="1400" dirty="0">
              <a:latin typeface="KoPub돋움체 Bold"/>
              <a:ea typeface="KoPub돋움체 Bold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223395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KoPub돋움체 Bold"/>
                <a:ea typeface="KoPub돋움체 Bold"/>
              </a:rPr>
              <a:t>크롭핑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180783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KoPub돋움체 Bold"/>
                <a:ea typeface="KoPub돋움체 Bold"/>
              </a:rPr>
              <a:t>타일링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138171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KoPub돋움체 Bold"/>
                <a:ea typeface="KoPub돋움체 Bold"/>
              </a:rPr>
              <a:t>AI </a:t>
            </a:r>
            <a:r>
              <a:rPr lang="ko-KR" altLang="en-US">
                <a:latin typeface="KoPub돋움체 Bold"/>
                <a:ea typeface="KoPub돋움체 Bold"/>
              </a:rPr>
              <a:t>분석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095559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KoPub돋움체 Bold"/>
                <a:ea typeface="KoPub돋움체 Bold"/>
              </a:rPr>
              <a:t>병합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052947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KoPub돋움체 Bold"/>
                <a:ea typeface="KoPub돋움체 Bold"/>
              </a:rPr>
              <a:t>GPKG </a:t>
            </a:r>
            <a:r>
              <a:rPr lang="ko-KR" altLang="en-US">
                <a:latin typeface="KoPub돋움체 Bold"/>
                <a:ea typeface="KoPub돋움체 Bold"/>
              </a:rPr>
              <a:t>발행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66007" y="1658389"/>
            <a:ext cx="1637608" cy="1606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dirty="0">
                <a:latin typeface="KoPub돋움체 Bold"/>
                <a:ea typeface="KoPub돋움체 Bold"/>
              </a:rPr>
              <a:t>정사영상</a:t>
            </a:r>
          </a:p>
          <a:p>
            <a:pPr algn="ctr">
              <a:defRPr/>
            </a:pPr>
            <a:r>
              <a:rPr lang="en-US" altLang="ko-KR" sz="1600" dirty="0">
                <a:latin typeface="KoPub돋움체 Bold"/>
                <a:ea typeface="KoPub돋움체 Bold"/>
              </a:rPr>
              <a:t>TIF/ECW</a:t>
            </a:r>
          </a:p>
          <a:p>
            <a:pPr algn="ctr">
              <a:defRPr/>
            </a:pPr>
            <a:r>
              <a:rPr lang="ko-KR" altLang="en-US" sz="1600" dirty="0">
                <a:latin typeface="KoPub돋움체 Bold"/>
                <a:ea typeface="KoPub돋움체 Bold"/>
              </a:rPr>
              <a:t>가져오기</a:t>
            </a:r>
            <a:endParaRPr lang="en-US" altLang="ko-KR" sz="1600" dirty="0">
              <a:latin typeface="KoPub돋움체 Bold"/>
              <a:ea typeface="KoPub돋움체 Bold"/>
            </a:endParaRPr>
          </a:p>
          <a:p>
            <a:pPr algn="ctr">
              <a:defRPr/>
            </a:pPr>
            <a:r>
              <a:rPr lang="en-US" altLang="ko-KR" sz="1200" dirty="0">
                <a:latin typeface="KoPub돋움체 Bold"/>
                <a:ea typeface="KoPub돋움체 Bold"/>
              </a:rPr>
              <a:t>(ECW</a:t>
            </a:r>
            <a:r>
              <a:rPr lang="ko-KR" altLang="en-US" sz="1200" dirty="0">
                <a:latin typeface="KoPub돋움체 Bold"/>
                <a:ea typeface="KoPub돋움체 Bold"/>
              </a:rPr>
              <a:t>→</a:t>
            </a:r>
            <a:r>
              <a:rPr lang="en-US" altLang="ko-KR" sz="1200" dirty="0">
                <a:latin typeface="KoPub돋움체 Bold"/>
                <a:ea typeface="KoPub돋움체 Bold"/>
              </a:rPr>
              <a:t>TIF </a:t>
            </a:r>
            <a:r>
              <a:rPr lang="ko-KR" altLang="en-US" sz="1200" dirty="0">
                <a:latin typeface="KoPub돋움체 Bold"/>
                <a:ea typeface="KoPub돋움체 Bold"/>
              </a:rPr>
              <a:t>변환처리</a:t>
            </a:r>
            <a:r>
              <a:rPr lang="en-US" altLang="ko-KR" sz="1200" dirty="0">
                <a:latin typeface="KoPub돋움체 Bold"/>
                <a:ea typeface="KoPub돋움체 Bold"/>
              </a:rPr>
              <a:t>)</a:t>
            </a:r>
            <a:endParaRPr lang="ko-KR" altLang="en-US" sz="1200" dirty="0">
              <a:latin typeface="KoPub돋움체 Bold"/>
              <a:ea typeface="KoPub돋움체 Bold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66007" y="3372889"/>
            <a:ext cx="1637608" cy="66346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분석 영역</a:t>
            </a:r>
          </a:p>
          <a:p>
            <a:pPr algn="ctr">
              <a:defRPr/>
            </a:pPr>
            <a:r>
              <a:rPr lang="en-US" altLang="ko-KR" sz="1600">
                <a:latin typeface="KoPub돋움체 Bold"/>
                <a:ea typeface="KoPub돋움체 Bold"/>
              </a:rPr>
              <a:t>Shp </a:t>
            </a:r>
            <a:r>
              <a:rPr lang="ko-KR" altLang="en-US" sz="1600">
                <a:latin typeface="KoPub돋움체 Bold"/>
                <a:ea typeface="KoPub돋움체 Bold"/>
              </a:rPr>
              <a:t>파일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66007" y="4144415"/>
            <a:ext cx="1637608" cy="66346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>
                <a:latin typeface="KoPub돋움체 Bold"/>
                <a:ea typeface="KoPub돋움체 Bold"/>
              </a:rPr>
              <a:t>PNU</a:t>
            </a:r>
            <a:r>
              <a:rPr lang="ko-KR" altLang="en-US" sz="1600">
                <a:latin typeface="KoPub돋움체 Bold"/>
                <a:ea typeface="KoPub돋움체 Bold"/>
              </a:rPr>
              <a:t>기반</a:t>
            </a:r>
          </a:p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필지 </a:t>
            </a:r>
            <a:r>
              <a:rPr lang="en-US" altLang="ko-KR" sz="1600">
                <a:latin typeface="KoPub돋움체 Bold"/>
                <a:ea typeface="KoPub돋움체 Bold"/>
              </a:rPr>
              <a:t>Geometry</a:t>
            </a:r>
            <a:endParaRPr lang="ko-KR" altLang="en-US" sz="1600">
              <a:latin typeface="KoPub돋움체 Bold"/>
              <a:ea typeface="KoPub돋움체 Bold"/>
            </a:endParaRPr>
          </a:p>
        </p:txBody>
      </p:sp>
      <p:cxnSp>
        <p:nvCxnSpPr>
          <p:cNvPr id="16" name="직선 화살표 연결선 15"/>
          <p:cNvCxnSpPr>
            <a:stCxn id="4" idx="3"/>
            <a:endCxn id="5" idx="1"/>
          </p:cNvCxnSpPr>
          <p:nvPr/>
        </p:nvCxnSpPr>
        <p:spPr>
          <a:xfrm>
            <a:off x="1903615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직사각형 19"/>
          <p:cNvSpPr/>
          <p:nvPr/>
        </p:nvSpPr>
        <p:spPr>
          <a:xfrm>
            <a:off x="2223395" y="1658389"/>
            <a:ext cx="1637608" cy="1606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21" name="자유형 20"/>
          <p:cNvSpPr/>
          <p:nvPr/>
        </p:nvSpPr>
        <p:spPr>
          <a:xfrm>
            <a:off x="2543175" y="1793214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 w="28575"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8" name="직선 화살표 연결선 17"/>
          <p:cNvCxnSpPr>
            <a:endCxn id="21" idx="15"/>
          </p:cNvCxnSpPr>
          <p:nvPr/>
        </p:nvCxnSpPr>
        <p:spPr>
          <a:xfrm flipV="1">
            <a:off x="2102959" y="2964788"/>
            <a:ext cx="639412" cy="218079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223395" y="4935952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영역 추출 후</a:t>
            </a:r>
            <a:br>
              <a:rPr lang="en-US" altLang="ko-KR" sz="1600">
                <a:latin typeface="KoPub돋움체 Bold"/>
                <a:ea typeface="KoPub돋움체 Bold"/>
              </a:rPr>
            </a:br>
            <a:r>
              <a:rPr lang="en-US" altLang="ko-KR" sz="1600">
                <a:latin typeface="KoPub돋움체 Bold"/>
                <a:ea typeface="KoPub돋움체 Bold"/>
              </a:rPr>
              <a:t>Convex HULL</a:t>
            </a:r>
          </a:p>
          <a:p>
            <a:pPr algn="ctr">
              <a:defRPr/>
            </a:pPr>
            <a:r>
              <a:rPr lang="en-US" altLang="ko-KR" sz="1200">
                <a:latin typeface="KoPub돋움체 Bold"/>
                <a:ea typeface="KoPub돋움체 Bold"/>
              </a:rPr>
              <a:t>(</a:t>
            </a:r>
            <a:r>
              <a:rPr lang="ko-KR" altLang="en-US" sz="1200">
                <a:latin typeface="KoPub돋움체 Bold"/>
                <a:ea typeface="KoPub돋움체 Bold"/>
              </a:rPr>
              <a:t>최소경계사각형</a:t>
            </a:r>
            <a:r>
              <a:rPr lang="en-US" altLang="ko-KR" sz="1200">
                <a:latin typeface="KoPub돋움체 Bold"/>
                <a:ea typeface="KoPub돋움체 Bold"/>
              </a:rPr>
              <a:t>)</a:t>
            </a:r>
            <a:endParaRPr lang="ko-KR" altLang="en-US" sz="1200">
              <a:latin typeface="KoPub돋움체 Bold"/>
              <a:ea typeface="KoPub돋움체 Bold"/>
            </a:endParaRPr>
          </a:p>
        </p:txBody>
      </p:sp>
      <p:sp>
        <p:nvSpPr>
          <p:cNvPr id="26" name="자유형 25"/>
          <p:cNvSpPr/>
          <p:nvPr/>
        </p:nvSpPr>
        <p:spPr>
          <a:xfrm>
            <a:off x="4468660" y="1757886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4340074" y="1664110"/>
            <a:ext cx="1328736" cy="13430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33" name="그룹 32"/>
          <p:cNvGrpSpPr/>
          <p:nvPr/>
        </p:nvGrpSpPr>
        <p:grpSpPr>
          <a:xfrm>
            <a:off x="4340074" y="3430038"/>
            <a:ext cx="1328736" cy="1343024"/>
            <a:chOff x="4379979" y="3679420"/>
            <a:chExt cx="1328736" cy="1343024"/>
          </a:xfrm>
        </p:grpSpPr>
        <p:sp>
          <p:nvSpPr>
            <p:cNvPr id="29" name="자유형 28"/>
            <p:cNvSpPr/>
            <p:nvPr/>
          </p:nvSpPr>
          <p:spPr>
            <a:xfrm>
              <a:off x="4508565" y="3773196"/>
              <a:ext cx="1057275" cy="1171574"/>
            </a:xfrm>
            <a:custGeom>
              <a:avLst/>
              <a:gdLst>
                <a:gd name="connsiteX0" fmla="*/ 871537 w 985837"/>
                <a:gd name="connsiteY0" fmla="*/ 0 h 1228725"/>
                <a:gd name="connsiteX1" fmla="*/ 871537 w 985837"/>
                <a:gd name="connsiteY1" fmla="*/ 0 h 1228725"/>
                <a:gd name="connsiteX2" fmla="*/ 542925 w 985837"/>
                <a:gd name="connsiteY2" fmla="*/ 171450 h 1228725"/>
                <a:gd name="connsiteX3" fmla="*/ 485775 w 985837"/>
                <a:gd name="connsiteY3" fmla="*/ 228600 h 1228725"/>
                <a:gd name="connsiteX4" fmla="*/ 442912 w 985837"/>
                <a:gd name="connsiteY4" fmla="*/ 257175 h 1228725"/>
                <a:gd name="connsiteX5" fmla="*/ 414337 w 985837"/>
                <a:gd name="connsiteY5" fmla="*/ 300038 h 1228725"/>
                <a:gd name="connsiteX6" fmla="*/ 400050 w 985837"/>
                <a:gd name="connsiteY6" fmla="*/ 342900 h 1228725"/>
                <a:gd name="connsiteX7" fmla="*/ 371475 w 985837"/>
                <a:gd name="connsiteY7" fmla="*/ 728663 h 1228725"/>
                <a:gd name="connsiteX8" fmla="*/ 328612 w 985837"/>
                <a:gd name="connsiteY8" fmla="*/ 785813 h 1228725"/>
                <a:gd name="connsiteX9" fmla="*/ 242887 w 985837"/>
                <a:gd name="connsiteY9" fmla="*/ 842963 h 1228725"/>
                <a:gd name="connsiteX10" fmla="*/ 200025 w 985837"/>
                <a:gd name="connsiteY10" fmla="*/ 871538 h 1228725"/>
                <a:gd name="connsiteX11" fmla="*/ 14287 w 985837"/>
                <a:gd name="connsiteY11" fmla="*/ 885825 h 1228725"/>
                <a:gd name="connsiteX12" fmla="*/ 0 w 985837"/>
                <a:gd name="connsiteY12" fmla="*/ 928688 h 1228725"/>
                <a:gd name="connsiteX13" fmla="*/ 14287 w 985837"/>
                <a:gd name="connsiteY13" fmla="*/ 1114425 h 1228725"/>
                <a:gd name="connsiteX14" fmla="*/ 42862 w 985837"/>
                <a:gd name="connsiteY14" fmla="*/ 1157288 h 1228725"/>
                <a:gd name="connsiteX15" fmla="*/ 185737 w 985837"/>
                <a:gd name="connsiteY15" fmla="*/ 1228725 h 1228725"/>
                <a:gd name="connsiteX16" fmla="*/ 471487 w 985837"/>
                <a:gd name="connsiteY16" fmla="*/ 1214438 h 1228725"/>
                <a:gd name="connsiteX17" fmla="*/ 585787 w 985837"/>
                <a:gd name="connsiteY17" fmla="*/ 1157288 h 1228725"/>
                <a:gd name="connsiteX18" fmla="*/ 700087 w 985837"/>
                <a:gd name="connsiteY18" fmla="*/ 1114425 h 1228725"/>
                <a:gd name="connsiteX19" fmla="*/ 742950 w 985837"/>
                <a:gd name="connsiteY19" fmla="*/ 1085850 h 1228725"/>
                <a:gd name="connsiteX20" fmla="*/ 885825 w 985837"/>
                <a:gd name="connsiteY20" fmla="*/ 1057275 h 1228725"/>
                <a:gd name="connsiteX21" fmla="*/ 971550 w 985837"/>
                <a:gd name="connsiteY21" fmla="*/ 985838 h 1228725"/>
                <a:gd name="connsiteX22" fmla="*/ 942975 w 985837"/>
                <a:gd name="connsiteY22" fmla="*/ 628650 h 1228725"/>
                <a:gd name="connsiteX23" fmla="*/ 914400 w 985837"/>
                <a:gd name="connsiteY23" fmla="*/ 571500 h 1228725"/>
                <a:gd name="connsiteX24" fmla="*/ 885825 w 985837"/>
                <a:gd name="connsiteY24" fmla="*/ 485775 h 1228725"/>
                <a:gd name="connsiteX25" fmla="*/ 871537 w 985837"/>
                <a:gd name="connsiteY25" fmla="*/ 442913 h 1228725"/>
                <a:gd name="connsiteX26" fmla="*/ 885825 w 985837"/>
                <a:gd name="connsiteY26" fmla="*/ 300038 h 1228725"/>
                <a:gd name="connsiteX27" fmla="*/ 942975 w 985837"/>
                <a:gd name="connsiteY27" fmla="*/ 271463 h 1228725"/>
                <a:gd name="connsiteX28" fmla="*/ 985837 w 985837"/>
                <a:gd name="connsiteY28" fmla="*/ 242888 h 1228725"/>
                <a:gd name="connsiteX29" fmla="*/ 971550 w 985837"/>
                <a:gd name="connsiteY29" fmla="*/ 114300 h 1228725"/>
                <a:gd name="connsiteX30" fmla="*/ 871537 w 985837"/>
                <a:gd name="connsiteY30" fmla="*/ 0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85837" h="1228725">
                  <a:moveTo>
                    <a:pt x="871537" y="0"/>
                  </a:moveTo>
                  <a:lnTo>
                    <a:pt x="871537" y="0"/>
                  </a:lnTo>
                  <a:cubicBezTo>
                    <a:pt x="762000" y="57150"/>
                    <a:pt x="649214" y="108464"/>
                    <a:pt x="542925" y="171450"/>
                  </a:cubicBezTo>
                  <a:cubicBezTo>
                    <a:pt x="519748" y="185184"/>
                    <a:pt x="506230" y="211067"/>
                    <a:pt x="485775" y="228600"/>
                  </a:cubicBezTo>
                  <a:cubicBezTo>
                    <a:pt x="472737" y="239775"/>
                    <a:pt x="457200" y="247650"/>
                    <a:pt x="442912" y="257175"/>
                  </a:cubicBezTo>
                  <a:cubicBezTo>
                    <a:pt x="433387" y="271463"/>
                    <a:pt x="422016" y="284679"/>
                    <a:pt x="414337" y="300038"/>
                  </a:cubicBezTo>
                  <a:cubicBezTo>
                    <a:pt x="407602" y="313508"/>
                    <a:pt x="401549" y="327915"/>
                    <a:pt x="400050" y="342900"/>
                  </a:cubicBezTo>
                  <a:cubicBezTo>
                    <a:pt x="387220" y="471200"/>
                    <a:pt x="392007" y="601368"/>
                    <a:pt x="371475" y="728663"/>
                  </a:cubicBezTo>
                  <a:cubicBezTo>
                    <a:pt x="367683" y="752172"/>
                    <a:pt x="344109" y="767733"/>
                    <a:pt x="328612" y="785813"/>
                  </a:cubicBezTo>
                  <a:cubicBezTo>
                    <a:pt x="267673" y="856909"/>
                    <a:pt x="310455" y="809179"/>
                    <a:pt x="242887" y="842963"/>
                  </a:cubicBezTo>
                  <a:cubicBezTo>
                    <a:pt x="227529" y="850642"/>
                    <a:pt x="216902" y="868374"/>
                    <a:pt x="200025" y="871538"/>
                  </a:cubicBezTo>
                  <a:cubicBezTo>
                    <a:pt x="138993" y="882981"/>
                    <a:pt x="76200" y="881063"/>
                    <a:pt x="14287" y="885825"/>
                  </a:cubicBezTo>
                  <a:cubicBezTo>
                    <a:pt x="9525" y="900113"/>
                    <a:pt x="0" y="913628"/>
                    <a:pt x="0" y="928688"/>
                  </a:cubicBezTo>
                  <a:cubicBezTo>
                    <a:pt x="0" y="990783"/>
                    <a:pt x="2844" y="1053393"/>
                    <a:pt x="14287" y="1114425"/>
                  </a:cubicBezTo>
                  <a:cubicBezTo>
                    <a:pt x="17451" y="1131302"/>
                    <a:pt x="29939" y="1145980"/>
                    <a:pt x="42862" y="1157288"/>
                  </a:cubicBezTo>
                  <a:cubicBezTo>
                    <a:pt x="110904" y="1216825"/>
                    <a:pt x="114722" y="1210972"/>
                    <a:pt x="185737" y="1228725"/>
                  </a:cubicBezTo>
                  <a:cubicBezTo>
                    <a:pt x="280987" y="1223963"/>
                    <a:pt x="376477" y="1222700"/>
                    <a:pt x="471487" y="1214438"/>
                  </a:cubicBezTo>
                  <a:cubicBezTo>
                    <a:pt x="508645" y="1211207"/>
                    <a:pt x="560532" y="1171319"/>
                    <a:pt x="585787" y="1157288"/>
                  </a:cubicBezTo>
                  <a:cubicBezTo>
                    <a:pt x="646916" y="1123328"/>
                    <a:pt x="634799" y="1130748"/>
                    <a:pt x="700087" y="1114425"/>
                  </a:cubicBezTo>
                  <a:cubicBezTo>
                    <a:pt x="714375" y="1104900"/>
                    <a:pt x="726503" y="1090784"/>
                    <a:pt x="742950" y="1085850"/>
                  </a:cubicBezTo>
                  <a:cubicBezTo>
                    <a:pt x="808772" y="1066104"/>
                    <a:pt x="832973" y="1083702"/>
                    <a:pt x="885825" y="1057275"/>
                  </a:cubicBezTo>
                  <a:cubicBezTo>
                    <a:pt x="925606" y="1037384"/>
                    <a:pt x="939953" y="1017434"/>
                    <a:pt x="971550" y="985838"/>
                  </a:cubicBezTo>
                  <a:cubicBezTo>
                    <a:pt x="971065" y="977116"/>
                    <a:pt x="963257" y="703017"/>
                    <a:pt x="942975" y="628650"/>
                  </a:cubicBezTo>
                  <a:cubicBezTo>
                    <a:pt x="937371" y="608102"/>
                    <a:pt x="922310" y="591275"/>
                    <a:pt x="914400" y="571500"/>
                  </a:cubicBezTo>
                  <a:cubicBezTo>
                    <a:pt x="903213" y="543534"/>
                    <a:pt x="895350" y="514350"/>
                    <a:pt x="885825" y="485775"/>
                  </a:cubicBezTo>
                  <a:lnTo>
                    <a:pt x="871537" y="442913"/>
                  </a:lnTo>
                  <a:cubicBezTo>
                    <a:pt x="876300" y="395288"/>
                    <a:pt x="867416" y="344219"/>
                    <a:pt x="885825" y="300038"/>
                  </a:cubicBezTo>
                  <a:cubicBezTo>
                    <a:pt x="894017" y="280378"/>
                    <a:pt x="924483" y="282030"/>
                    <a:pt x="942975" y="271463"/>
                  </a:cubicBezTo>
                  <a:cubicBezTo>
                    <a:pt x="957884" y="262944"/>
                    <a:pt x="971550" y="252413"/>
                    <a:pt x="985837" y="242888"/>
                  </a:cubicBezTo>
                  <a:cubicBezTo>
                    <a:pt x="981075" y="200025"/>
                    <a:pt x="984233" y="155519"/>
                    <a:pt x="971550" y="114300"/>
                  </a:cubicBezTo>
                  <a:cubicBezTo>
                    <a:pt x="964003" y="89772"/>
                    <a:pt x="888206" y="19050"/>
                    <a:pt x="871537" y="0"/>
                  </a:cubicBezTo>
                  <a:close/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379979" y="3679420"/>
              <a:ext cx="1328736" cy="134302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4225543" y="4934143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latin typeface="KoPub돋움체 Bold"/>
                <a:ea typeface="KoPub돋움체 Bold"/>
              </a:rPr>
              <a:t>640x640</a:t>
            </a:r>
            <a:br>
              <a:rPr lang="en-US" altLang="ko-KR" sz="1600" dirty="0">
                <a:latin typeface="KoPub돋움체 Bold"/>
                <a:ea typeface="KoPub돋움체 Bold"/>
              </a:rPr>
            </a:br>
            <a:r>
              <a:rPr lang="ko-KR" altLang="en-US" sz="1600" dirty="0" err="1">
                <a:latin typeface="KoPub돋움체 Bold"/>
                <a:ea typeface="KoPub돋움체 Bold"/>
              </a:rPr>
              <a:t>타일링</a:t>
            </a:r>
            <a:endParaRPr lang="ko-KR" altLang="en-US" sz="1600" dirty="0">
              <a:latin typeface="KoPub돋움체 Bold"/>
              <a:ea typeface="KoPub돋움체 Bold"/>
            </a:endParaRPr>
          </a:p>
          <a:p>
            <a:pPr algn="ctr">
              <a:defRPr/>
            </a:pPr>
            <a:r>
              <a:rPr lang="en-US" altLang="ko-KR" sz="1100" dirty="0">
                <a:latin typeface="KoPub돋움체 Bold"/>
                <a:ea typeface="KoPub돋움체 Bold"/>
              </a:rPr>
              <a:t>(</a:t>
            </a:r>
            <a:r>
              <a:rPr lang="ko-KR" altLang="en-US" sz="1100" dirty="0">
                <a:latin typeface="KoPub돋움체 Bold"/>
                <a:ea typeface="KoPub돋움체 Bold"/>
              </a:rPr>
              <a:t>일부 모델 사이즈 검토</a:t>
            </a:r>
            <a:r>
              <a:rPr lang="en-US" altLang="ko-KR" sz="1100" dirty="0">
                <a:latin typeface="KoPub돋움체 Bold"/>
                <a:ea typeface="KoPub돋움체 Bold"/>
              </a:rPr>
              <a:t>)</a:t>
            </a:r>
            <a:endParaRPr lang="ko-KR" altLang="en-US" sz="1100" dirty="0">
              <a:latin typeface="KoPub돋움체 Bold"/>
              <a:ea typeface="KoPub돋움체 Bold"/>
            </a:endParaRPr>
          </a:p>
        </p:txBody>
      </p:sp>
      <p:cxnSp>
        <p:nvCxnSpPr>
          <p:cNvPr id="32" name="직선 연결선 31"/>
          <p:cNvCxnSpPr>
            <a:stCxn id="30" idx="0"/>
            <a:endCxn id="30" idx="2"/>
          </p:cNvCxnSpPr>
          <p:nvPr/>
        </p:nvCxnSpPr>
        <p:spPr>
          <a:xfrm>
            <a:off x="5004442" y="3430038"/>
            <a:ext cx="0" cy="1343024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30" idx="1"/>
            <a:endCxn id="30" idx="3"/>
          </p:cNvCxnSpPr>
          <p:nvPr/>
        </p:nvCxnSpPr>
        <p:spPr>
          <a:xfrm>
            <a:off x="4340074" y="4101550"/>
            <a:ext cx="1328736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자유형 37"/>
          <p:cNvSpPr/>
          <p:nvPr/>
        </p:nvSpPr>
        <p:spPr>
          <a:xfrm>
            <a:off x="8391522" y="1767043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8262936" y="1673267"/>
            <a:ext cx="1328736" cy="13430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2" name="자유형 41"/>
          <p:cNvSpPr/>
          <p:nvPr/>
        </p:nvSpPr>
        <p:spPr>
          <a:xfrm>
            <a:off x="9084438" y="1915889"/>
            <a:ext cx="349134" cy="390698"/>
          </a:xfrm>
          <a:custGeom>
            <a:avLst/>
            <a:gdLst>
              <a:gd name="connsiteX0" fmla="*/ 191192 w 349134"/>
              <a:gd name="connsiteY0" fmla="*/ 0 h 390698"/>
              <a:gd name="connsiteX1" fmla="*/ 191192 w 349134"/>
              <a:gd name="connsiteY1" fmla="*/ 0 h 390698"/>
              <a:gd name="connsiteX2" fmla="*/ 116378 w 349134"/>
              <a:gd name="connsiteY2" fmla="*/ 24938 h 390698"/>
              <a:gd name="connsiteX3" fmla="*/ 8312 w 349134"/>
              <a:gd name="connsiteY3" fmla="*/ 232756 h 390698"/>
              <a:gd name="connsiteX4" fmla="*/ 0 w 349134"/>
              <a:gd name="connsiteY4" fmla="*/ 374073 h 390698"/>
              <a:gd name="connsiteX5" fmla="*/ 108065 w 349134"/>
              <a:gd name="connsiteY5" fmla="*/ 390698 h 390698"/>
              <a:gd name="connsiteX6" fmla="*/ 249382 w 349134"/>
              <a:gd name="connsiteY6" fmla="*/ 133004 h 390698"/>
              <a:gd name="connsiteX7" fmla="*/ 349134 w 349134"/>
              <a:gd name="connsiteY7" fmla="*/ 33251 h 390698"/>
              <a:gd name="connsiteX8" fmla="*/ 191192 w 349134"/>
              <a:gd name="connsiteY8" fmla="*/ 0 h 390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134" h="390698">
                <a:moveTo>
                  <a:pt x="191192" y="0"/>
                </a:moveTo>
                <a:lnTo>
                  <a:pt x="191192" y="0"/>
                </a:lnTo>
                <a:lnTo>
                  <a:pt x="116378" y="24938"/>
                </a:lnTo>
                <a:lnTo>
                  <a:pt x="8312" y="232756"/>
                </a:lnTo>
                <a:lnTo>
                  <a:pt x="0" y="374073"/>
                </a:lnTo>
                <a:lnTo>
                  <a:pt x="108065" y="390698"/>
                </a:lnTo>
                <a:lnTo>
                  <a:pt x="249382" y="133004"/>
                </a:lnTo>
                <a:lnTo>
                  <a:pt x="349134" y="33251"/>
                </a:lnTo>
                <a:lnTo>
                  <a:pt x="191192" y="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9986" y="1658389"/>
            <a:ext cx="781050" cy="78105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026999" y="1658389"/>
            <a:ext cx="770340" cy="781051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103835" y="2547504"/>
            <a:ext cx="777201" cy="781050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025306" y="2547504"/>
            <a:ext cx="782037" cy="772615"/>
          </a:xfrm>
          <a:prstGeom prst="rect">
            <a:avLst/>
          </a:prstGeom>
        </p:spPr>
      </p:pic>
      <p:sp>
        <p:nvSpPr>
          <p:cNvPr id="49" name="타원 48"/>
          <p:cNvSpPr/>
          <p:nvPr/>
        </p:nvSpPr>
        <p:spPr>
          <a:xfrm>
            <a:off x="6491155" y="2900146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6491155" y="2892095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6538329" y="3024342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6538329" y="3016291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6633403" y="2923247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6633403" y="2915196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2" name="타원 61"/>
          <p:cNvSpPr/>
          <p:nvPr/>
        </p:nvSpPr>
        <p:spPr>
          <a:xfrm>
            <a:off x="8638495" y="2660591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8638495" y="2652540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8685669" y="2784787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8685669" y="2776736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6" name="타원 65"/>
          <p:cNvSpPr/>
          <p:nvPr/>
        </p:nvSpPr>
        <p:spPr>
          <a:xfrm>
            <a:off x="8780743" y="2683692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8780743" y="2675641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169735" y="3523814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KoPub돋움체 Bold"/>
                <a:ea typeface="KoPub돋움체 Bold"/>
              </a:rPr>
              <a:t>Yolo v11</a:t>
            </a:r>
          </a:p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Detection</a:t>
            </a:r>
          </a:p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Segmetation</a:t>
            </a:r>
          </a:p>
          <a:p>
            <a:pPr algn="ctr">
              <a:defRPr/>
            </a:pPr>
            <a:r>
              <a:rPr lang="ko-KR" altLang="en-US" sz="1400">
                <a:latin typeface="KoPub돋움체 Bold"/>
                <a:ea typeface="KoPub돋움체 Bold"/>
              </a:rPr>
              <a:t>분석 실행</a:t>
            </a:r>
          </a:p>
        </p:txBody>
      </p:sp>
      <p:cxnSp>
        <p:nvCxnSpPr>
          <p:cNvPr id="69" name="직선 화살표 연결선 68"/>
          <p:cNvCxnSpPr/>
          <p:nvPr/>
        </p:nvCxnSpPr>
        <p:spPr>
          <a:xfrm>
            <a:off x="3861003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5818391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1" name="직선 화살표 연결선 70"/>
          <p:cNvCxnSpPr/>
          <p:nvPr/>
        </p:nvCxnSpPr>
        <p:spPr>
          <a:xfrm>
            <a:off x="7775779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2" name="직선 화살표 연결선 71"/>
          <p:cNvCxnSpPr/>
          <p:nvPr/>
        </p:nvCxnSpPr>
        <p:spPr>
          <a:xfrm>
            <a:off x="9733167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3" name="직사각형 72"/>
          <p:cNvSpPr/>
          <p:nvPr/>
        </p:nvSpPr>
        <p:spPr>
          <a:xfrm>
            <a:off x="8108500" y="3523814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분석 결과</a:t>
            </a:r>
          </a:p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병합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57427" y="1727753"/>
            <a:ext cx="8600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>
                <a:latin typeface="G마켓 산스 Medium"/>
                <a:ea typeface="G마켓 산스 Medium"/>
              </a:rPr>
              <a:t>정사영상 원본</a:t>
            </a:r>
          </a:p>
        </p:txBody>
      </p:sp>
      <p:sp>
        <p:nvSpPr>
          <p:cNvPr id="77" name="자유형 76"/>
          <p:cNvSpPr/>
          <p:nvPr/>
        </p:nvSpPr>
        <p:spPr>
          <a:xfrm>
            <a:off x="10391465" y="1767043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8" name="자유형 77"/>
          <p:cNvSpPr/>
          <p:nvPr/>
        </p:nvSpPr>
        <p:spPr>
          <a:xfrm>
            <a:off x="11084381" y="1915889"/>
            <a:ext cx="349134" cy="390698"/>
          </a:xfrm>
          <a:custGeom>
            <a:avLst/>
            <a:gdLst>
              <a:gd name="connsiteX0" fmla="*/ 191192 w 349134"/>
              <a:gd name="connsiteY0" fmla="*/ 0 h 390698"/>
              <a:gd name="connsiteX1" fmla="*/ 191192 w 349134"/>
              <a:gd name="connsiteY1" fmla="*/ 0 h 390698"/>
              <a:gd name="connsiteX2" fmla="*/ 116378 w 349134"/>
              <a:gd name="connsiteY2" fmla="*/ 24938 h 390698"/>
              <a:gd name="connsiteX3" fmla="*/ 8312 w 349134"/>
              <a:gd name="connsiteY3" fmla="*/ 232756 h 390698"/>
              <a:gd name="connsiteX4" fmla="*/ 0 w 349134"/>
              <a:gd name="connsiteY4" fmla="*/ 374073 h 390698"/>
              <a:gd name="connsiteX5" fmla="*/ 108065 w 349134"/>
              <a:gd name="connsiteY5" fmla="*/ 390698 h 390698"/>
              <a:gd name="connsiteX6" fmla="*/ 249382 w 349134"/>
              <a:gd name="connsiteY6" fmla="*/ 133004 h 390698"/>
              <a:gd name="connsiteX7" fmla="*/ 349134 w 349134"/>
              <a:gd name="connsiteY7" fmla="*/ 33251 h 390698"/>
              <a:gd name="connsiteX8" fmla="*/ 191192 w 349134"/>
              <a:gd name="connsiteY8" fmla="*/ 0 h 390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134" h="390698">
                <a:moveTo>
                  <a:pt x="191192" y="0"/>
                </a:moveTo>
                <a:lnTo>
                  <a:pt x="191192" y="0"/>
                </a:lnTo>
                <a:lnTo>
                  <a:pt x="116378" y="24938"/>
                </a:lnTo>
                <a:lnTo>
                  <a:pt x="8312" y="232756"/>
                </a:lnTo>
                <a:lnTo>
                  <a:pt x="0" y="374073"/>
                </a:lnTo>
                <a:lnTo>
                  <a:pt x="108065" y="390698"/>
                </a:lnTo>
                <a:lnTo>
                  <a:pt x="249382" y="133004"/>
                </a:lnTo>
                <a:lnTo>
                  <a:pt x="349134" y="33251"/>
                </a:lnTo>
                <a:lnTo>
                  <a:pt x="191192" y="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9" name="타원 78"/>
          <p:cNvSpPr/>
          <p:nvPr/>
        </p:nvSpPr>
        <p:spPr>
          <a:xfrm>
            <a:off x="10638438" y="2660591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10638438" y="2652540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1" name="타원 80"/>
          <p:cNvSpPr/>
          <p:nvPr/>
        </p:nvSpPr>
        <p:spPr>
          <a:xfrm>
            <a:off x="10685612" y="2784787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2" name="직사각형 81"/>
          <p:cNvSpPr/>
          <p:nvPr/>
        </p:nvSpPr>
        <p:spPr>
          <a:xfrm>
            <a:off x="10685612" y="2776736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10780686" y="2683692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4" name="직사각형 83"/>
          <p:cNvSpPr/>
          <p:nvPr/>
        </p:nvSpPr>
        <p:spPr>
          <a:xfrm>
            <a:off x="10780686" y="2675641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5" name="직사각형 84"/>
          <p:cNvSpPr/>
          <p:nvPr/>
        </p:nvSpPr>
        <p:spPr>
          <a:xfrm>
            <a:off x="10047265" y="3523814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>
                <a:latin typeface="KoPub돋움체 Bold"/>
                <a:ea typeface="KoPub돋움체 Bold"/>
              </a:rPr>
              <a:t>GeoPackage</a:t>
            </a:r>
          </a:p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출력 및 가시화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66007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1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223395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2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180783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3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6138171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4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8095559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5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10047265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6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cxnSp>
        <p:nvCxnSpPr>
          <p:cNvPr id="95" name="직선 연결선 94"/>
          <p:cNvCxnSpPr>
            <a:stCxn id="13" idx="3"/>
          </p:cNvCxnSpPr>
          <p:nvPr/>
        </p:nvCxnSpPr>
        <p:spPr>
          <a:xfrm flipV="1">
            <a:off x="1903615" y="3704619"/>
            <a:ext cx="17551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2076372" y="3704619"/>
            <a:ext cx="0" cy="260707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 flipV="1">
            <a:off x="1903615" y="6311692"/>
            <a:ext cx="17551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2414589" y="3464852"/>
            <a:ext cx="1328736" cy="134302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2543175" y="3558628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6169735" y="4934143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결과</a:t>
            </a:r>
            <a:r>
              <a:rPr lang="en-US" altLang="ko-KR" sz="1600">
                <a:latin typeface="KoPub돋움체 Bold"/>
                <a:ea typeface="KoPub돋움체 Bold"/>
              </a:rPr>
              <a:t>:JSON </a:t>
            </a:r>
            <a:r>
              <a:rPr lang="ko-KR" altLang="en-US" sz="1600">
                <a:latin typeface="KoPub돋움체 Bold"/>
                <a:ea typeface="KoPub돋움체 Bold"/>
              </a:rPr>
              <a:t>형식</a:t>
            </a:r>
          </a:p>
          <a:p>
            <a:pPr algn="ctr">
              <a:defRPr/>
            </a:pPr>
            <a:r>
              <a:rPr lang="en-US" altLang="ko-KR" sz="1200">
                <a:latin typeface="KoPub돋움체 Bold"/>
                <a:ea typeface="KoPub돋움체 Bold"/>
              </a:rPr>
              <a:t>(</a:t>
            </a:r>
            <a:r>
              <a:rPr lang="ko-KR" altLang="en-US" sz="1200">
                <a:latin typeface="KoPub돋움체 Bold"/>
                <a:ea typeface="KoPub돋움체 Bold"/>
              </a:rPr>
              <a:t>좌표계</a:t>
            </a:r>
            <a:r>
              <a:rPr lang="en-US" altLang="ko-KR" sz="1200">
                <a:latin typeface="KoPub돋움체 Bold"/>
                <a:ea typeface="KoPub돋움체 Bold"/>
              </a:rPr>
              <a:t>, </a:t>
            </a:r>
            <a:r>
              <a:rPr lang="ko-KR" altLang="en-US" sz="1200">
                <a:latin typeface="KoPub돋움체 Bold"/>
                <a:ea typeface="KoPub돋움체 Bold"/>
              </a:rPr>
              <a:t>클래스</a:t>
            </a:r>
            <a:r>
              <a:rPr lang="en-US" altLang="ko-KR" sz="1200">
                <a:latin typeface="KoPub돋움체 Bold"/>
                <a:ea typeface="KoPub돋움체 Bold"/>
              </a:rPr>
              <a:t> </a:t>
            </a:r>
            <a:r>
              <a:rPr lang="ko-KR" altLang="en-US" sz="1200">
                <a:latin typeface="KoPub돋움체 Bold"/>
                <a:ea typeface="KoPub돋움체 Bold"/>
              </a:rPr>
              <a:t>등</a:t>
            </a:r>
          </a:p>
          <a:p>
            <a:pPr algn="ctr">
              <a:defRPr/>
            </a:pPr>
            <a:r>
              <a:rPr lang="ko-KR" altLang="en-US" sz="1200">
                <a:latin typeface="KoPub돋움체 Bold"/>
                <a:ea typeface="KoPub돋움체 Bold"/>
              </a:rPr>
              <a:t>메타데이터 포함</a:t>
            </a:r>
            <a:r>
              <a:rPr lang="en-US" altLang="ko-KR" sz="1200">
                <a:latin typeface="KoPub돋움체 Bold"/>
                <a:ea typeface="KoPub돋움체 Bold"/>
              </a:rPr>
              <a:t>)</a:t>
            </a:r>
            <a:endParaRPr lang="ko-KR" altLang="en-US" sz="1200">
              <a:latin typeface="KoPub돋움체 Bold"/>
              <a:ea typeface="KoPub돋움체 Bold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0075339" y="1727753"/>
            <a:ext cx="8600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>
                <a:latin typeface="G마켓 산스 Medium"/>
                <a:ea typeface="G마켓 산스 Medium"/>
              </a:rPr>
              <a:t>정사영상 원본</a:t>
            </a:r>
          </a:p>
        </p:txBody>
      </p:sp>
      <p:sp>
        <p:nvSpPr>
          <p:cNvPr id="104" name="자유형 103"/>
          <p:cNvSpPr/>
          <p:nvPr/>
        </p:nvSpPr>
        <p:spPr>
          <a:xfrm>
            <a:off x="507323" y="4915941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 w="28575"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844009" y="5360792"/>
            <a:ext cx="875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G마켓 산스 Medium"/>
                <a:ea typeface="G마켓 산스 Medium"/>
              </a:rPr>
              <a:t>Shp </a:t>
            </a:r>
            <a:r>
              <a:rPr lang="ko-KR" altLang="en-US" sz="800">
                <a:latin typeface="G마켓 산스 Medium"/>
                <a:ea typeface="G마켓 산스 Medium"/>
              </a:rPr>
              <a:t>파일</a:t>
            </a:r>
            <a:r>
              <a:rPr lang="en-US" altLang="ko-KR" sz="800">
                <a:latin typeface="G마켓 산스 Medium"/>
                <a:ea typeface="G마켓 산스 Medium"/>
              </a:rPr>
              <a:t>/</a:t>
            </a:r>
          </a:p>
          <a:p>
            <a:pPr lvl="0">
              <a:defRPr/>
            </a:pPr>
            <a:r>
              <a:rPr lang="ko-KR" altLang="en-US" sz="800">
                <a:latin typeface="G마켓 산스 Medium"/>
                <a:ea typeface="G마켓 산스 Medium"/>
              </a:rPr>
              <a:t>필지</a:t>
            </a:r>
            <a:r>
              <a:rPr lang="en-US" altLang="ko-KR" sz="800">
                <a:latin typeface="G마켓 산스 Medium"/>
                <a:ea typeface="G마켓 산스 Medium"/>
              </a:rPr>
              <a:t>Geometry</a:t>
            </a:r>
            <a:endParaRPr lang="ko-KR" altLang="en-US" sz="800">
              <a:latin typeface="G마켓 산스 Medium"/>
              <a:ea typeface="G마켓 산스 Medium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448277" y="6189854"/>
            <a:ext cx="1271441" cy="2436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00">
                <a:latin typeface="G마켓 산스 Medium"/>
                <a:ea typeface="G마켓 산스 Medium"/>
              </a:rPr>
              <a:t>공간정보 업로드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57427" y="3493076"/>
            <a:ext cx="8600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>
                <a:latin typeface="G마켓 산스 Medium"/>
                <a:ea typeface="G마켓 산스 Medium"/>
              </a:rPr>
              <a:t>영역 추출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10047265" y="4951549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 dirty="0">
                <a:latin typeface="KoPub돋움체 Bold"/>
                <a:ea typeface="KoPub돋움체 Bold"/>
              </a:rPr>
              <a:t>(</a:t>
            </a:r>
            <a:r>
              <a:rPr lang="ko-KR" altLang="en-US" sz="1000" dirty="0">
                <a:latin typeface="KoPub돋움체 Bold"/>
                <a:ea typeface="KoPub돋움체 Bold"/>
              </a:rPr>
              <a:t>행정서비스</a:t>
            </a:r>
            <a:r>
              <a:rPr lang="en-US" altLang="ko-KR" sz="1000" dirty="0">
                <a:latin typeface="KoPub돋움체 Bold"/>
                <a:ea typeface="KoPub돋움체 Bold"/>
              </a:rPr>
              <a:t>)</a:t>
            </a:r>
          </a:p>
          <a:p>
            <a:pPr algn="ctr">
              <a:defRPr/>
            </a:pPr>
            <a:r>
              <a:rPr lang="ko-KR" altLang="en-US" sz="1400" dirty="0">
                <a:latin typeface="KoPub돋움체 Bold"/>
                <a:ea typeface="KoPub돋움체 Bold"/>
              </a:rPr>
              <a:t>화면 캡처하여</a:t>
            </a:r>
          </a:p>
          <a:p>
            <a:pPr algn="ctr">
              <a:defRPr/>
            </a:pPr>
            <a:r>
              <a:rPr lang="ko-KR" altLang="en-US" sz="1400" dirty="0">
                <a:latin typeface="KoPub돋움체 Bold"/>
                <a:ea typeface="KoPub돋움체 Bold"/>
              </a:rPr>
              <a:t>행정정보 리포팅</a:t>
            </a:r>
            <a:r>
              <a:rPr lang="en-US" altLang="ko-KR" sz="1400" dirty="0">
                <a:latin typeface="KoPub돋움체 Bold"/>
                <a:ea typeface="KoPub돋움체 Bold"/>
              </a:rPr>
              <a:t>/</a:t>
            </a:r>
          </a:p>
          <a:p>
            <a:pPr algn="ctr">
              <a:defRPr/>
            </a:pPr>
            <a:r>
              <a:rPr lang="ko-KR" altLang="en-US" sz="1400" dirty="0">
                <a:latin typeface="KoPub돋움체 Bold"/>
                <a:ea typeface="KoPub돋움체 Bold"/>
              </a:rPr>
              <a:t>통계 기능 개발</a:t>
            </a:r>
            <a:endParaRPr lang="en-US" altLang="ko-KR" sz="1400" dirty="0">
              <a:latin typeface="KoPub돋움체 Bold"/>
              <a:ea typeface="KoPub돋움체 Bold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8108500" y="4951549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공간정보와 </a:t>
            </a:r>
          </a:p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분석결과</a:t>
            </a:r>
            <a:r>
              <a:rPr lang="en-US" altLang="ko-KR" sz="1600">
                <a:latin typeface="KoPub돋움체 Bold"/>
                <a:ea typeface="KoPub돋움체 Bold"/>
              </a:rPr>
              <a:t> </a:t>
            </a:r>
            <a:r>
              <a:rPr lang="ko-KR" altLang="en-US" sz="1600">
                <a:latin typeface="KoPub돋움체 Bold"/>
                <a:ea typeface="KoPub돋움체 Bold"/>
              </a:rPr>
              <a:t>맵핑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1FCF7-272E-C351-7A96-4B9E8C73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EABD606-A6D2-0F8A-4F32-65E223A89A5A}"/>
              </a:ext>
            </a:extLst>
          </p:cNvPr>
          <p:cNvSpPr/>
          <p:nvPr/>
        </p:nvSpPr>
        <p:spPr>
          <a:xfrm>
            <a:off x="4180783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KoPub돋움체 Bold"/>
                <a:ea typeface="KoPub돋움체 Bold"/>
              </a:rPr>
              <a:t>타일링</a:t>
            </a:r>
          </a:p>
        </p:txBody>
      </p:sp>
      <p:sp>
        <p:nvSpPr>
          <p:cNvPr id="26" name="자유형 25">
            <a:extLst>
              <a:ext uri="{FF2B5EF4-FFF2-40B4-BE49-F238E27FC236}">
                <a16:creationId xmlns:a16="http://schemas.microsoft.com/office/drawing/2014/main" id="{662ECE72-59D9-3BB7-53A8-F16C3B1171D2}"/>
              </a:ext>
            </a:extLst>
          </p:cNvPr>
          <p:cNvSpPr/>
          <p:nvPr/>
        </p:nvSpPr>
        <p:spPr>
          <a:xfrm>
            <a:off x="4468660" y="1757886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E3A43E-B887-C958-2079-90091E062A6F}"/>
              </a:ext>
            </a:extLst>
          </p:cNvPr>
          <p:cNvSpPr/>
          <p:nvPr/>
        </p:nvSpPr>
        <p:spPr>
          <a:xfrm>
            <a:off x="4340074" y="1664110"/>
            <a:ext cx="1328736" cy="13430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407F8F-E5A4-EC31-00BE-7C6AAD187421}"/>
              </a:ext>
            </a:extLst>
          </p:cNvPr>
          <p:cNvGrpSpPr/>
          <p:nvPr/>
        </p:nvGrpSpPr>
        <p:grpSpPr>
          <a:xfrm>
            <a:off x="4340074" y="3430038"/>
            <a:ext cx="1328736" cy="1343024"/>
            <a:chOff x="4379979" y="3679420"/>
            <a:chExt cx="1328736" cy="1343024"/>
          </a:xfrm>
        </p:grpSpPr>
        <p:sp>
          <p:nvSpPr>
            <p:cNvPr id="29" name="자유형 28">
              <a:extLst>
                <a:ext uri="{FF2B5EF4-FFF2-40B4-BE49-F238E27FC236}">
                  <a16:creationId xmlns:a16="http://schemas.microsoft.com/office/drawing/2014/main" id="{50A6B546-7F52-68F2-8DE8-2EAC50098A94}"/>
                </a:ext>
              </a:extLst>
            </p:cNvPr>
            <p:cNvSpPr/>
            <p:nvPr/>
          </p:nvSpPr>
          <p:spPr>
            <a:xfrm>
              <a:off x="4508565" y="3773196"/>
              <a:ext cx="1057275" cy="1171574"/>
            </a:xfrm>
            <a:custGeom>
              <a:avLst/>
              <a:gdLst>
                <a:gd name="connsiteX0" fmla="*/ 871537 w 985837"/>
                <a:gd name="connsiteY0" fmla="*/ 0 h 1228725"/>
                <a:gd name="connsiteX1" fmla="*/ 871537 w 985837"/>
                <a:gd name="connsiteY1" fmla="*/ 0 h 1228725"/>
                <a:gd name="connsiteX2" fmla="*/ 542925 w 985837"/>
                <a:gd name="connsiteY2" fmla="*/ 171450 h 1228725"/>
                <a:gd name="connsiteX3" fmla="*/ 485775 w 985837"/>
                <a:gd name="connsiteY3" fmla="*/ 228600 h 1228725"/>
                <a:gd name="connsiteX4" fmla="*/ 442912 w 985837"/>
                <a:gd name="connsiteY4" fmla="*/ 257175 h 1228725"/>
                <a:gd name="connsiteX5" fmla="*/ 414337 w 985837"/>
                <a:gd name="connsiteY5" fmla="*/ 300038 h 1228725"/>
                <a:gd name="connsiteX6" fmla="*/ 400050 w 985837"/>
                <a:gd name="connsiteY6" fmla="*/ 342900 h 1228725"/>
                <a:gd name="connsiteX7" fmla="*/ 371475 w 985837"/>
                <a:gd name="connsiteY7" fmla="*/ 728663 h 1228725"/>
                <a:gd name="connsiteX8" fmla="*/ 328612 w 985837"/>
                <a:gd name="connsiteY8" fmla="*/ 785813 h 1228725"/>
                <a:gd name="connsiteX9" fmla="*/ 242887 w 985837"/>
                <a:gd name="connsiteY9" fmla="*/ 842963 h 1228725"/>
                <a:gd name="connsiteX10" fmla="*/ 200025 w 985837"/>
                <a:gd name="connsiteY10" fmla="*/ 871538 h 1228725"/>
                <a:gd name="connsiteX11" fmla="*/ 14287 w 985837"/>
                <a:gd name="connsiteY11" fmla="*/ 885825 h 1228725"/>
                <a:gd name="connsiteX12" fmla="*/ 0 w 985837"/>
                <a:gd name="connsiteY12" fmla="*/ 928688 h 1228725"/>
                <a:gd name="connsiteX13" fmla="*/ 14287 w 985837"/>
                <a:gd name="connsiteY13" fmla="*/ 1114425 h 1228725"/>
                <a:gd name="connsiteX14" fmla="*/ 42862 w 985837"/>
                <a:gd name="connsiteY14" fmla="*/ 1157288 h 1228725"/>
                <a:gd name="connsiteX15" fmla="*/ 185737 w 985837"/>
                <a:gd name="connsiteY15" fmla="*/ 1228725 h 1228725"/>
                <a:gd name="connsiteX16" fmla="*/ 471487 w 985837"/>
                <a:gd name="connsiteY16" fmla="*/ 1214438 h 1228725"/>
                <a:gd name="connsiteX17" fmla="*/ 585787 w 985837"/>
                <a:gd name="connsiteY17" fmla="*/ 1157288 h 1228725"/>
                <a:gd name="connsiteX18" fmla="*/ 700087 w 985837"/>
                <a:gd name="connsiteY18" fmla="*/ 1114425 h 1228725"/>
                <a:gd name="connsiteX19" fmla="*/ 742950 w 985837"/>
                <a:gd name="connsiteY19" fmla="*/ 1085850 h 1228725"/>
                <a:gd name="connsiteX20" fmla="*/ 885825 w 985837"/>
                <a:gd name="connsiteY20" fmla="*/ 1057275 h 1228725"/>
                <a:gd name="connsiteX21" fmla="*/ 971550 w 985837"/>
                <a:gd name="connsiteY21" fmla="*/ 985838 h 1228725"/>
                <a:gd name="connsiteX22" fmla="*/ 942975 w 985837"/>
                <a:gd name="connsiteY22" fmla="*/ 628650 h 1228725"/>
                <a:gd name="connsiteX23" fmla="*/ 914400 w 985837"/>
                <a:gd name="connsiteY23" fmla="*/ 571500 h 1228725"/>
                <a:gd name="connsiteX24" fmla="*/ 885825 w 985837"/>
                <a:gd name="connsiteY24" fmla="*/ 485775 h 1228725"/>
                <a:gd name="connsiteX25" fmla="*/ 871537 w 985837"/>
                <a:gd name="connsiteY25" fmla="*/ 442913 h 1228725"/>
                <a:gd name="connsiteX26" fmla="*/ 885825 w 985837"/>
                <a:gd name="connsiteY26" fmla="*/ 300038 h 1228725"/>
                <a:gd name="connsiteX27" fmla="*/ 942975 w 985837"/>
                <a:gd name="connsiteY27" fmla="*/ 271463 h 1228725"/>
                <a:gd name="connsiteX28" fmla="*/ 985837 w 985837"/>
                <a:gd name="connsiteY28" fmla="*/ 242888 h 1228725"/>
                <a:gd name="connsiteX29" fmla="*/ 971550 w 985837"/>
                <a:gd name="connsiteY29" fmla="*/ 114300 h 1228725"/>
                <a:gd name="connsiteX30" fmla="*/ 871537 w 985837"/>
                <a:gd name="connsiteY30" fmla="*/ 0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85837" h="1228725">
                  <a:moveTo>
                    <a:pt x="871537" y="0"/>
                  </a:moveTo>
                  <a:lnTo>
                    <a:pt x="871537" y="0"/>
                  </a:lnTo>
                  <a:cubicBezTo>
                    <a:pt x="762000" y="57150"/>
                    <a:pt x="649214" y="108464"/>
                    <a:pt x="542925" y="171450"/>
                  </a:cubicBezTo>
                  <a:cubicBezTo>
                    <a:pt x="519748" y="185184"/>
                    <a:pt x="506230" y="211067"/>
                    <a:pt x="485775" y="228600"/>
                  </a:cubicBezTo>
                  <a:cubicBezTo>
                    <a:pt x="472737" y="239775"/>
                    <a:pt x="457200" y="247650"/>
                    <a:pt x="442912" y="257175"/>
                  </a:cubicBezTo>
                  <a:cubicBezTo>
                    <a:pt x="433387" y="271463"/>
                    <a:pt x="422016" y="284679"/>
                    <a:pt x="414337" y="300038"/>
                  </a:cubicBezTo>
                  <a:cubicBezTo>
                    <a:pt x="407602" y="313508"/>
                    <a:pt x="401549" y="327915"/>
                    <a:pt x="400050" y="342900"/>
                  </a:cubicBezTo>
                  <a:cubicBezTo>
                    <a:pt x="387220" y="471200"/>
                    <a:pt x="392007" y="601368"/>
                    <a:pt x="371475" y="728663"/>
                  </a:cubicBezTo>
                  <a:cubicBezTo>
                    <a:pt x="367683" y="752172"/>
                    <a:pt x="344109" y="767733"/>
                    <a:pt x="328612" y="785813"/>
                  </a:cubicBezTo>
                  <a:cubicBezTo>
                    <a:pt x="267673" y="856909"/>
                    <a:pt x="310455" y="809179"/>
                    <a:pt x="242887" y="842963"/>
                  </a:cubicBezTo>
                  <a:cubicBezTo>
                    <a:pt x="227529" y="850642"/>
                    <a:pt x="216902" y="868374"/>
                    <a:pt x="200025" y="871538"/>
                  </a:cubicBezTo>
                  <a:cubicBezTo>
                    <a:pt x="138993" y="882981"/>
                    <a:pt x="76200" y="881063"/>
                    <a:pt x="14287" y="885825"/>
                  </a:cubicBezTo>
                  <a:cubicBezTo>
                    <a:pt x="9525" y="900113"/>
                    <a:pt x="0" y="913628"/>
                    <a:pt x="0" y="928688"/>
                  </a:cubicBezTo>
                  <a:cubicBezTo>
                    <a:pt x="0" y="990783"/>
                    <a:pt x="2844" y="1053393"/>
                    <a:pt x="14287" y="1114425"/>
                  </a:cubicBezTo>
                  <a:cubicBezTo>
                    <a:pt x="17451" y="1131302"/>
                    <a:pt x="29939" y="1145980"/>
                    <a:pt x="42862" y="1157288"/>
                  </a:cubicBezTo>
                  <a:cubicBezTo>
                    <a:pt x="110904" y="1216825"/>
                    <a:pt x="114722" y="1210972"/>
                    <a:pt x="185737" y="1228725"/>
                  </a:cubicBezTo>
                  <a:cubicBezTo>
                    <a:pt x="280987" y="1223963"/>
                    <a:pt x="376477" y="1222700"/>
                    <a:pt x="471487" y="1214438"/>
                  </a:cubicBezTo>
                  <a:cubicBezTo>
                    <a:pt x="508645" y="1211207"/>
                    <a:pt x="560532" y="1171319"/>
                    <a:pt x="585787" y="1157288"/>
                  </a:cubicBezTo>
                  <a:cubicBezTo>
                    <a:pt x="646916" y="1123328"/>
                    <a:pt x="634799" y="1130748"/>
                    <a:pt x="700087" y="1114425"/>
                  </a:cubicBezTo>
                  <a:cubicBezTo>
                    <a:pt x="714375" y="1104900"/>
                    <a:pt x="726503" y="1090784"/>
                    <a:pt x="742950" y="1085850"/>
                  </a:cubicBezTo>
                  <a:cubicBezTo>
                    <a:pt x="808772" y="1066104"/>
                    <a:pt x="832973" y="1083702"/>
                    <a:pt x="885825" y="1057275"/>
                  </a:cubicBezTo>
                  <a:cubicBezTo>
                    <a:pt x="925606" y="1037384"/>
                    <a:pt x="939953" y="1017434"/>
                    <a:pt x="971550" y="985838"/>
                  </a:cubicBezTo>
                  <a:cubicBezTo>
                    <a:pt x="971065" y="977116"/>
                    <a:pt x="963257" y="703017"/>
                    <a:pt x="942975" y="628650"/>
                  </a:cubicBezTo>
                  <a:cubicBezTo>
                    <a:pt x="937371" y="608102"/>
                    <a:pt x="922310" y="591275"/>
                    <a:pt x="914400" y="571500"/>
                  </a:cubicBezTo>
                  <a:cubicBezTo>
                    <a:pt x="903213" y="543534"/>
                    <a:pt x="895350" y="514350"/>
                    <a:pt x="885825" y="485775"/>
                  </a:cubicBezTo>
                  <a:lnTo>
                    <a:pt x="871537" y="442913"/>
                  </a:lnTo>
                  <a:cubicBezTo>
                    <a:pt x="876300" y="395288"/>
                    <a:pt x="867416" y="344219"/>
                    <a:pt x="885825" y="300038"/>
                  </a:cubicBezTo>
                  <a:cubicBezTo>
                    <a:pt x="894017" y="280378"/>
                    <a:pt x="924483" y="282030"/>
                    <a:pt x="942975" y="271463"/>
                  </a:cubicBezTo>
                  <a:cubicBezTo>
                    <a:pt x="957884" y="262944"/>
                    <a:pt x="971550" y="252413"/>
                    <a:pt x="985837" y="242888"/>
                  </a:cubicBezTo>
                  <a:cubicBezTo>
                    <a:pt x="981075" y="200025"/>
                    <a:pt x="984233" y="155519"/>
                    <a:pt x="971550" y="114300"/>
                  </a:cubicBezTo>
                  <a:cubicBezTo>
                    <a:pt x="964003" y="89772"/>
                    <a:pt x="888206" y="19050"/>
                    <a:pt x="871537" y="0"/>
                  </a:cubicBezTo>
                  <a:close/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F05D07F-89E7-5838-131D-F321190E8721}"/>
                </a:ext>
              </a:extLst>
            </p:cNvPr>
            <p:cNvSpPr/>
            <p:nvPr/>
          </p:nvSpPr>
          <p:spPr>
            <a:xfrm>
              <a:off x="4379979" y="3679420"/>
              <a:ext cx="1328736" cy="134302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A022432-0971-4BC5-974B-611B4853B90F}"/>
              </a:ext>
            </a:extLst>
          </p:cNvPr>
          <p:cNvSpPr/>
          <p:nvPr/>
        </p:nvSpPr>
        <p:spPr>
          <a:xfrm>
            <a:off x="4225543" y="4934143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latin typeface="KoPub돋움체 Bold"/>
                <a:ea typeface="KoPub돋움체 Bold"/>
              </a:rPr>
              <a:t>1024x1024</a:t>
            </a:r>
            <a:br>
              <a:rPr lang="en-US" altLang="ko-KR" sz="1600" dirty="0">
                <a:latin typeface="KoPub돋움체 Bold"/>
                <a:ea typeface="KoPub돋움체 Bold"/>
              </a:rPr>
            </a:br>
            <a:r>
              <a:rPr lang="ko-KR" altLang="en-US" sz="1600" dirty="0" err="1">
                <a:latin typeface="KoPub돋움체 Bold"/>
                <a:ea typeface="KoPub돋움체 Bold"/>
              </a:rPr>
              <a:t>타일링</a:t>
            </a:r>
            <a:endParaRPr lang="ko-KR" altLang="en-US" sz="1600" dirty="0">
              <a:latin typeface="KoPub돋움체 Bold"/>
              <a:ea typeface="KoPub돋움체 Bold"/>
            </a:endParaRPr>
          </a:p>
          <a:p>
            <a:pPr algn="ctr">
              <a:defRPr/>
            </a:pPr>
            <a:r>
              <a:rPr lang="en-US" altLang="ko-KR" sz="1100" dirty="0">
                <a:latin typeface="KoPub돋움체 Bold"/>
                <a:ea typeface="KoPub돋움체 Bold"/>
              </a:rPr>
              <a:t>(</a:t>
            </a:r>
            <a:r>
              <a:rPr lang="ko-KR" altLang="en-US" sz="1100" dirty="0">
                <a:latin typeface="KoPub돋움체 Bold"/>
                <a:ea typeface="KoPub돋움체 Bold"/>
              </a:rPr>
              <a:t>일부 모델 사이즈 검토</a:t>
            </a:r>
            <a:r>
              <a:rPr lang="en-US" altLang="ko-KR" sz="1100" dirty="0">
                <a:latin typeface="KoPub돋움체 Bold"/>
                <a:ea typeface="KoPub돋움체 Bold"/>
              </a:rPr>
              <a:t>)</a:t>
            </a:r>
            <a:endParaRPr lang="ko-KR" altLang="en-US" sz="1100" dirty="0">
              <a:latin typeface="KoPub돋움체 Bold"/>
              <a:ea typeface="KoPub돋움체 Bold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D95DCB2-C1B3-B7EC-6540-0C1CA5A679CD}"/>
              </a:ext>
            </a:extLst>
          </p:cNvPr>
          <p:cNvCxnSpPr>
            <a:stCxn id="30" idx="0"/>
            <a:endCxn id="30" idx="2"/>
          </p:cNvCxnSpPr>
          <p:nvPr/>
        </p:nvCxnSpPr>
        <p:spPr>
          <a:xfrm>
            <a:off x="5004442" y="3430038"/>
            <a:ext cx="0" cy="1343024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7B906B0-CA46-CBE7-434F-C63DC346A04C}"/>
              </a:ext>
            </a:extLst>
          </p:cNvPr>
          <p:cNvCxnSpPr>
            <a:stCxn id="30" idx="1"/>
            <a:endCxn id="30" idx="3"/>
          </p:cNvCxnSpPr>
          <p:nvPr/>
        </p:nvCxnSpPr>
        <p:spPr>
          <a:xfrm>
            <a:off x="4340074" y="4101550"/>
            <a:ext cx="1328736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F161E25-7631-29EF-CC2E-2F73DAF66868}"/>
              </a:ext>
            </a:extLst>
          </p:cNvPr>
          <p:cNvSpPr/>
          <p:nvPr/>
        </p:nvSpPr>
        <p:spPr>
          <a:xfrm>
            <a:off x="4180783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3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A74E87-53E0-CA2E-567B-EC2995EE2EAA}"/>
              </a:ext>
            </a:extLst>
          </p:cNvPr>
          <p:cNvSpPr txBox="1"/>
          <p:nvPr/>
        </p:nvSpPr>
        <p:spPr>
          <a:xfrm>
            <a:off x="6096000" y="3435157"/>
            <a:ext cx="50946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학습데이터는 </a:t>
            </a:r>
            <a:r>
              <a:rPr lang="en-US" altLang="ko-KR" dirty="0"/>
              <a:t>1024x1024 </a:t>
            </a:r>
            <a:r>
              <a:rPr lang="ko-KR" altLang="en-US" dirty="0"/>
              <a:t>크기로 제작되고 있음</a:t>
            </a:r>
            <a:endParaRPr lang="en-US" altLang="ko-KR" dirty="0"/>
          </a:p>
          <a:p>
            <a:r>
              <a:rPr lang="ko-KR" altLang="en-US" dirty="0" err="1"/>
              <a:t>타일링</a:t>
            </a:r>
            <a:r>
              <a:rPr lang="ko-KR" altLang="en-US" dirty="0"/>
              <a:t> </a:t>
            </a:r>
            <a:r>
              <a:rPr lang="ko-KR" altLang="en-US" dirty="0" err="1"/>
              <a:t>할때</a:t>
            </a:r>
            <a:r>
              <a:rPr lang="ko-KR" altLang="en-US" dirty="0"/>
              <a:t> </a:t>
            </a:r>
            <a:r>
              <a:rPr lang="en-US" altLang="ko-KR" dirty="0"/>
              <a:t>overlap</a:t>
            </a:r>
            <a:r>
              <a:rPr lang="ko-KR" altLang="en-US" dirty="0"/>
              <a:t>은 선택사항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타일링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필지 전체 분석 성능 테스트 필요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적응형 </a:t>
            </a:r>
            <a:r>
              <a:rPr lang="ko-KR" altLang="en-US" dirty="0" err="1"/>
              <a:t>타일링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04E361-CE36-04DB-8B64-B52C5AB872E9}"/>
              </a:ext>
            </a:extLst>
          </p:cNvPr>
          <p:cNvSpPr/>
          <p:nvPr/>
        </p:nvSpPr>
        <p:spPr>
          <a:xfrm>
            <a:off x="266007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KoPub돋움체 Bold"/>
                <a:ea typeface="KoPub돋움체 Bold"/>
              </a:rPr>
              <a:t>파일 가져오기</a:t>
            </a:r>
            <a:endParaRPr lang="en-US" altLang="ko-KR" dirty="0">
              <a:latin typeface="KoPub돋움체 Bold"/>
              <a:ea typeface="KoPub돋움체 Bold"/>
            </a:endParaRPr>
          </a:p>
          <a:p>
            <a:pPr algn="ctr">
              <a:defRPr/>
            </a:pPr>
            <a:r>
              <a:rPr lang="en-US" altLang="ko-KR" sz="1400" dirty="0">
                <a:latin typeface="KoPub돋움체 Bold"/>
                <a:ea typeface="KoPub돋움체 Bold"/>
              </a:rPr>
              <a:t>(</a:t>
            </a:r>
            <a:r>
              <a:rPr lang="ko-KR" altLang="en-US" sz="1400" dirty="0">
                <a:latin typeface="KoPub돋움체 Bold"/>
                <a:ea typeface="KoPub돋움체 Bold"/>
              </a:rPr>
              <a:t>데이터 관리</a:t>
            </a:r>
            <a:r>
              <a:rPr lang="en-US" altLang="ko-KR" sz="1400" dirty="0">
                <a:latin typeface="KoPub돋움체 Bold"/>
                <a:ea typeface="KoPub돋움체 Bold"/>
              </a:rPr>
              <a:t>)</a:t>
            </a:r>
            <a:endParaRPr lang="ko-KR" altLang="en-US" sz="1400" dirty="0">
              <a:latin typeface="KoPub돋움체 Bold"/>
              <a:ea typeface="KoPub돋움체 Bol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A9D5E8-F67F-5F1E-B753-E522C4CDC225}"/>
              </a:ext>
            </a:extLst>
          </p:cNvPr>
          <p:cNvSpPr/>
          <p:nvPr/>
        </p:nvSpPr>
        <p:spPr>
          <a:xfrm>
            <a:off x="2223395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KoPub돋움체 Bold"/>
                <a:ea typeface="KoPub돋움체 Bold"/>
              </a:rPr>
              <a:t>크롭핑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7B5484-E822-48F3-B9BA-F669EA8FB537}"/>
              </a:ext>
            </a:extLst>
          </p:cNvPr>
          <p:cNvSpPr/>
          <p:nvPr/>
        </p:nvSpPr>
        <p:spPr>
          <a:xfrm>
            <a:off x="266007" y="1658389"/>
            <a:ext cx="1637608" cy="1606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dirty="0">
                <a:latin typeface="KoPub돋움체 Bold"/>
                <a:ea typeface="KoPub돋움체 Bold"/>
              </a:rPr>
              <a:t>정사영상</a:t>
            </a:r>
          </a:p>
          <a:p>
            <a:pPr algn="ctr">
              <a:defRPr/>
            </a:pPr>
            <a:r>
              <a:rPr lang="en-US" altLang="ko-KR" sz="1600" dirty="0">
                <a:latin typeface="KoPub돋움체 Bold"/>
                <a:ea typeface="KoPub돋움체 Bold"/>
              </a:rPr>
              <a:t>TIF/ECW</a:t>
            </a:r>
          </a:p>
          <a:p>
            <a:pPr algn="ctr">
              <a:defRPr/>
            </a:pPr>
            <a:r>
              <a:rPr lang="ko-KR" altLang="en-US" sz="1600" dirty="0">
                <a:latin typeface="KoPub돋움체 Bold"/>
                <a:ea typeface="KoPub돋움체 Bold"/>
              </a:rPr>
              <a:t>가져오기</a:t>
            </a:r>
            <a:endParaRPr lang="en-US" altLang="ko-KR" sz="1600" dirty="0">
              <a:latin typeface="KoPub돋움체 Bold"/>
              <a:ea typeface="KoPub돋움체 Bold"/>
            </a:endParaRPr>
          </a:p>
          <a:p>
            <a:pPr algn="ctr">
              <a:defRPr/>
            </a:pPr>
            <a:r>
              <a:rPr lang="en-US" altLang="ko-KR" sz="1200" dirty="0">
                <a:latin typeface="KoPub돋움체 Bold"/>
                <a:ea typeface="KoPub돋움체 Bold"/>
              </a:rPr>
              <a:t>(ECW</a:t>
            </a:r>
            <a:r>
              <a:rPr lang="ko-KR" altLang="en-US" sz="1200" dirty="0">
                <a:latin typeface="KoPub돋움체 Bold"/>
                <a:ea typeface="KoPub돋움체 Bold"/>
              </a:rPr>
              <a:t>→</a:t>
            </a:r>
            <a:r>
              <a:rPr lang="en-US" altLang="ko-KR" sz="1200" dirty="0">
                <a:latin typeface="KoPub돋움체 Bold"/>
                <a:ea typeface="KoPub돋움체 Bold"/>
              </a:rPr>
              <a:t>TIF </a:t>
            </a:r>
            <a:r>
              <a:rPr lang="ko-KR" altLang="en-US" sz="1200" dirty="0">
                <a:latin typeface="KoPub돋움체 Bold"/>
                <a:ea typeface="KoPub돋움체 Bold"/>
              </a:rPr>
              <a:t>변환처리</a:t>
            </a:r>
            <a:r>
              <a:rPr lang="en-US" altLang="ko-KR" sz="1200" dirty="0">
                <a:latin typeface="KoPub돋움체 Bold"/>
                <a:ea typeface="KoPub돋움체 Bold"/>
              </a:rPr>
              <a:t>)</a:t>
            </a:r>
            <a:endParaRPr lang="ko-KR" altLang="en-US" sz="1200" dirty="0">
              <a:latin typeface="KoPub돋움체 Bold"/>
              <a:ea typeface="KoPub돋움체 Bol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62EBC2-7FD0-5C0F-525C-51D6870986F3}"/>
              </a:ext>
            </a:extLst>
          </p:cNvPr>
          <p:cNvSpPr/>
          <p:nvPr/>
        </p:nvSpPr>
        <p:spPr>
          <a:xfrm>
            <a:off x="266007" y="3372889"/>
            <a:ext cx="1637608" cy="66346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분석 영역</a:t>
            </a:r>
          </a:p>
          <a:p>
            <a:pPr algn="ctr">
              <a:defRPr/>
            </a:pPr>
            <a:r>
              <a:rPr lang="en-US" altLang="ko-KR" sz="1600">
                <a:latin typeface="KoPub돋움체 Bold"/>
                <a:ea typeface="KoPub돋움체 Bold"/>
              </a:rPr>
              <a:t>Shp </a:t>
            </a:r>
            <a:r>
              <a:rPr lang="ko-KR" altLang="en-US" sz="1600">
                <a:latin typeface="KoPub돋움체 Bold"/>
                <a:ea typeface="KoPub돋움체 Bold"/>
              </a:rPr>
              <a:t>파일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ABC349-4B70-F383-5CC4-F089C67BEAC4}"/>
              </a:ext>
            </a:extLst>
          </p:cNvPr>
          <p:cNvSpPr/>
          <p:nvPr/>
        </p:nvSpPr>
        <p:spPr>
          <a:xfrm>
            <a:off x="266007" y="4144415"/>
            <a:ext cx="1637608" cy="66346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>
                <a:latin typeface="KoPub돋움체 Bold"/>
                <a:ea typeface="KoPub돋움체 Bold"/>
              </a:rPr>
              <a:t>PNU</a:t>
            </a:r>
            <a:r>
              <a:rPr lang="ko-KR" altLang="en-US" sz="1600">
                <a:latin typeface="KoPub돋움체 Bold"/>
                <a:ea typeface="KoPub돋움체 Bold"/>
              </a:rPr>
              <a:t>기반</a:t>
            </a:r>
          </a:p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필지 </a:t>
            </a:r>
            <a:r>
              <a:rPr lang="en-US" altLang="ko-KR" sz="1600">
                <a:latin typeface="KoPub돋움체 Bold"/>
                <a:ea typeface="KoPub돋움체 Bold"/>
              </a:rPr>
              <a:t>Geometry</a:t>
            </a:r>
            <a:endParaRPr lang="ko-KR" altLang="en-US" sz="1600">
              <a:latin typeface="KoPub돋움체 Bold"/>
              <a:ea typeface="KoPub돋움체 Bold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6630E26-901B-C091-D807-588D18A539A9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1903615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3E6A37A-7886-3BC3-873B-D889E4C866D1}"/>
              </a:ext>
            </a:extLst>
          </p:cNvPr>
          <p:cNvSpPr/>
          <p:nvPr/>
        </p:nvSpPr>
        <p:spPr>
          <a:xfrm>
            <a:off x="2223395" y="1658389"/>
            <a:ext cx="1637608" cy="1606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28" name="자유형 20">
            <a:extLst>
              <a:ext uri="{FF2B5EF4-FFF2-40B4-BE49-F238E27FC236}">
                <a16:creationId xmlns:a16="http://schemas.microsoft.com/office/drawing/2014/main" id="{45F87F6F-A506-C186-623F-DCE347631597}"/>
              </a:ext>
            </a:extLst>
          </p:cNvPr>
          <p:cNvSpPr/>
          <p:nvPr/>
        </p:nvSpPr>
        <p:spPr>
          <a:xfrm>
            <a:off x="2543175" y="1793214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 w="28575"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A6DB5B1-A380-BC3E-6E5D-54BF89EA6032}"/>
              </a:ext>
            </a:extLst>
          </p:cNvPr>
          <p:cNvCxnSpPr>
            <a:endCxn id="28" idx="15"/>
          </p:cNvCxnSpPr>
          <p:nvPr/>
        </p:nvCxnSpPr>
        <p:spPr>
          <a:xfrm flipV="1">
            <a:off x="2102959" y="2964788"/>
            <a:ext cx="639412" cy="218079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5EEFF44-9946-EC9A-01A6-4296483911B5}"/>
              </a:ext>
            </a:extLst>
          </p:cNvPr>
          <p:cNvSpPr/>
          <p:nvPr/>
        </p:nvSpPr>
        <p:spPr>
          <a:xfrm>
            <a:off x="2223395" y="4935952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영역 추출 후</a:t>
            </a:r>
            <a:br>
              <a:rPr lang="en-US" altLang="ko-KR" sz="1600">
                <a:latin typeface="KoPub돋움체 Bold"/>
                <a:ea typeface="KoPub돋움체 Bold"/>
              </a:rPr>
            </a:br>
            <a:r>
              <a:rPr lang="en-US" altLang="ko-KR" sz="1600">
                <a:latin typeface="KoPub돋움체 Bold"/>
                <a:ea typeface="KoPub돋움체 Bold"/>
              </a:rPr>
              <a:t>Convex HULL</a:t>
            </a:r>
          </a:p>
          <a:p>
            <a:pPr algn="ctr">
              <a:defRPr/>
            </a:pPr>
            <a:r>
              <a:rPr lang="en-US" altLang="ko-KR" sz="1200">
                <a:latin typeface="KoPub돋움체 Bold"/>
                <a:ea typeface="KoPub돋움체 Bold"/>
              </a:rPr>
              <a:t>(</a:t>
            </a:r>
            <a:r>
              <a:rPr lang="ko-KR" altLang="en-US" sz="1200">
                <a:latin typeface="KoPub돋움체 Bold"/>
                <a:ea typeface="KoPub돋움체 Bold"/>
              </a:rPr>
              <a:t>최소경계사각형</a:t>
            </a:r>
            <a:r>
              <a:rPr lang="en-US" altLang="ko-KR" sz="1200">
                <a:latin typeface="KoPub돋움체 Bold"/>
                <a:ea typeface="KoPub돋움체 Bold"/>
              </a:rPr>
              <a:t>)</a:t>
            </a:r>
            <a:endParaRPr lang="ko-KR" altLang="en-US" sz="1200">
              <a:latin typeface="KoPub돋움체 Bold"/>
              <a:ea typeface="KoPub돋움체 Bold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536196A-15BE-AA6A-DE15-9784F38FAE0A}"/>
              </a:ext>
            </a:extLst>
          </p:cNvPr>
          <p:cNvCxnSpPr/>
          <p:nvPr/>
        </p:nvCxnSpPr>
        <p:spPr>
          <a:xfrm>
            <a:off x="3861003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6D2316C-D5F3-F0EF-EC34-6E40C128853F}"/>
              </a:ext>
            </a:extLst>
          </p:cNvPr>
          <p:cNvSpPr txBox="1"/>
          <p:nvPr/>
        </p:nvSpPr>
        <p:spPr>
          <a:xfrm>
            <a:off x="2357427" y="1727753"/>
            <a:ext cx="8600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>
                <a:latin typeface="G마켓 산스 Medium"/>
                <a:ea typeface="G마켓 산스 Medium"/>
              </a:rPr>
              <a:t>정사영상 원본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C26DF74-0905-FE15-8E9C-F73DFF999B3F}"/>
              </a:ext>
            </a:extLst>
          </p:cNvPr>
          <p:cNvSpPr/>
          <p:nvPr/>
        </p:nvSpPr>
        <p:spPr>
          <a:xfrm>
            <a:off x="266007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1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5129464-CBA8-DACE-9B95-6346C052D6AF}"/>
              </a:ext>
            </a:extLst>
          </p:cNvPr>
          <p:cNvSpPr/>
          <p:nvPr/>
        </p:nvSpPr>
        <p:spPr>
          <a:xfrm>
            <a:off x="2223395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2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BFA7827-B1B5-A70B-D14C-3DF8D7729AF7}"/>
              </a:ext>
            </a:extLst>
          </p:cNvPr>
          <p:cNvCxnSpPr>
            <a:stCxn id="15" idx="3"/>
          </p:cNvCxnSpPr>
          <p:nvPr/>
        </p:nvCxnSpPr>
        <p:spPr>
          <a:xfrm flipV="1">
            <a:off x="1903615" y="3704619"/>
            <a:ext cx="17551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2E50764-3298-21F0-E6BA-FB51FC8D038F}"/>
              </a:ext>
            </a:extLst>
          </p:cNvPr>
          <p:cNvCxnSpPr/>
          <p:nvPr/>
        </p:nvCxnSpPr>
        <p:spPr>
          <a:xfrm>
            <a:off x="2076372" y="3704619"/>
            <a:ext cx="0" cy="260707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4333FA1-10B8-B4B6-35FE-5D3E6D2DC02C}"/>
              </a:ext>
            </a:extLst>
          </p:cNvPr>
          <p:cNvCxnSpPr/>
          <p:nvPr/>
        </p:nvCxnSpPr>
        <p:spPr>
          <a:xfrm flipV="1">
            <a:off x="1903615" y="6311692"/>
            <a:ext cx="17551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2C0497A-D382-5CDD-BE21-4B2D2E10D2E6}"/>
              </a:ext>
            </a:extLst>
          </p:cNvPr>
          <p:cNvSpPr/>
          <p:nvPr/>
        </p:nvSpPr>
        <p:spPr>
          <a:xfrm>
            <a:off x="2414589" y="3464852"/>
            <a:ext cx="1328736" cy="134302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8" name="자유형 22">
            <a:extLst>
              <a:ext uri="{FF2B5EF4-FFF2-40B4-BE49-F238E27FC236}">
                <a16:creationId xmlns:a16="http://schemas.microsoft.com/office/drawing/2014/main" id="{F9B6F7AE-F39A-7CFC-0496-810AD9B7A404}"/>
              </a:ext>
            </a:extLst>
          </p:cNvPr>
          <p:cNvSpPr/>
          <p:nvPr/>
        </p:nvSpPr>
        <p:spPr>
          <a:xfrm>
            <a:off x="2543175" y="3558628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9" name="자유형 103">
            <a:extLst>
              <a:ext uri="{FF2B5EF4-FFF2-40B4-BE49-F238E27FC236}">
                <a16:creationId xmlns:a16="http://schemas.microsoft.com/office/drawing/2014/main" id="{B1FA8DE8-03E3-0302-B53C-2C23706AE40E}"/>
              </a:ext>
            </a:extLst>
          </p:cNvPr>
          <p:cNvSpPr/>
          <p:nvPr/>
        </p:nvSpPr>
        <p:spPr>
          <a:xfrm>
            <a:off x="507323" y="4915941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 w="28575"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E49997-C324-EE90-C690-E79BFC8E8FB2}"/>
              </a:ext>
            </a:extLst>
          </p:cNvPr>
          <p:cNvSpPr txBox="1"/>
          <p:nvPr/>
        </p:nvSpPr>
        <p:spPr>
          <a:xfrm>
            <a:off x="844009" y="5360792"/>
            <a:ext cx="875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G마켓 산스 Medium"/>
                <a:ea typeface="G마켓 산스 Medium"/>
              </a:rPr>
              <a:t>Shp </a:t>
            </a:r>
            <a:r>
              <a:rPr lang="ko-KR" altLang="en-US" sz="800">
                <a:latin typeface="G마켓 산스 Medium"/>
                <a:ea typeface="G마켓 산스 Medium"/>
              </a:rPr>
              <a:t>파일</a:t>
            </a:r>
            <a:r>
              <a:rPr lang="en-US" altLang="ko-KR" sz="800">
                <a:latin typeface="G마켓 산스 Medium"/>
                <a:ea typeface="G마켓 산스 Medium"/>
              </a:rPr>
              <a:t>/</a:t>
            </a:r>
          </a:p>
          <a:p>
            <a:pPr lvl="0">
              <a:defRPr/>
            </a:pPr>
            <a:r>
              <a:rPr lang="ko-KR" altLang="en-US" sz="800">
                <a:latin typeface="G마켓 산스 Medium"/>
                <a:ea typeface="G마켓 산스 Medium"/>
              </a:rPr>
              <a:t>필지</a:t>
            </a:r>
            <a:r>
              <a:rPr lang="en-US" altLang="ko-KR" sz="800">
                <a:latin typeface="G마켓 산스 Medium"/>
                <a:ea typeface="G마켓 산스 Medium"/>
              </a:rPr>
              <a:t>Geometry</a:t>
            </a:r>
            <a:endParaRPr lang="ko-KR" altLang="en-US" sz="800">
              <a:latin typeface="G마켓 산스 Medium"/>
              <a:ea typeface="G마켓 산스 Medium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B2F2207-0F43-C9BA-F0BD-825AE6E4F6E9}"/>
              </a:ext>
            </a:extLst>
          </p:cNvPr>
          <p:cNvSpPr/>
          <p:nvPr/>
        </p:nvSpPr>
        <p:spPr>
          <a:xfrm>
            <a:off x="448277" y="6189854"/>
            <a:ext cx="1271441" cy="2436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00">
                <a:latin typeface="G마켓 산스 Medium"/>
                <a:ea typeface="G마켓 산스 Medium"/>
              </a:rPr>
              <a:t>공간정보 업로드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FE243E-4598-676A-C9F5-4BCC8122EB30}"/>
              </a:ext>
            </a:extLst>
          </p:cNvPr>
          <p:cNvSpPr txBox="1"/>
          <p:nvPr/>
        </p:nvSpPr>
        <p:spPr>
          <a:xfrm>
            <a:off x="2357427" y="3493076"/>
            <a:ext cx="8600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>
                <a:latin typeface="G마켓 산스 Medium"/>
                <a:ea typeface="G마켓 산스 Medium"/>
              </a:rPr>
              <a:t>영역 추출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3D40FD-3D85-E5C2-46D3-CB241F303825}"/>
              </a:ext>
            </a:extLst>
          </p:cNvPr>
          <p:cNvSpPr txBox="1"/>
          <p:nvPr/>
        </p:nvSpPr>
        <p:spPr>
          <a:xfrm>
            <a:off x="6096000" y="1917336"/>
            <a:ext cx="6133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지자체에서는 엑셀파일을 활용하여 필지 이력관리 중으로</a:t>
            </a:r>
            <a:endParaRPr lang="en-US" altLang="ko-KR" dirty="0"/>
          </a:p>
          <a:p>
            <a:r>
              <a:rPr lang="ko-KR" altLang="en-US" dirty="0"/>
              <a:t>주소</a:t>
            </a:r>
            <a:r>
              <a:rPr lang="en-US" altLang="ko-KR" dirty="0"/>
              <a:t>(PNU </a:t>
            </a:r>
            <a:r>
              <a:rPr lang="ko-KR" altLang="en-US" dirty="0"/>
              <a:t>및 지번</a:t>
            </a:r>
            <a:r>
              <a:rPr lang="en-US" altLang="ko-KR" dirty="0"/>
              <a:t>) </a:t>
            </a:r>
            <a:r>
              <a:rPr lang="ko-KR" altLang="en-US" dirty="0"/>
              <a:t>기반으로 연속지적도를 매칭하고</a:t>
            </a:r>
            <a:endParaRPr lang="en-US" altLang="ko-KR" dirty="0"/>
          </a:p>
          <a:p>
            <a:r>
              <a:rPr lang="ko-KR" altLang="en-US" dirty="0"/>
              <a:t>해당되는 필지를 </a:t>
            </a:r>
            <a:r>
              <a:rPr lang="en-US" altLang="ko-KR" dirty="0"/>
              <a:t>Convex hull </a:t>
            </a:r>
            <a:r>
              <a:rPr lang="ko-KR" altLang="en-US" dirty="0"/>
              <a:t>또는 </a:t>
            </a:r>
            <a:endParaRPr lang="en-US" altLang="ko-KR" dirty="0"/>
          </a:p>
          <a:p>
            <a:r>
              <a:rPr lang="ko-KR" altLang="en-US" dirty="0"/>
              <a:t>최소경계사각형으로 추출</a:t>
            </a:r>
            <a:endParaRPr lang="en-US" altLang="ko-KR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4D8CE42-76E5-4DCA-E111-247A5089558D}"/>
              </a:ext>
            </a:extLst>
          </p:cNvPr>
          <p:cNvSpPr txBox="1"/>
          <p:nvPr/>
        </p:nvSpPr>
        <p:spPr>
          <a:xfrm>
            <a:off x="6096000" y="1044776"/>
            <a:ext cx="430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입력데이터는 기본적으로 </a:t>
            </a:r>
            <a:r>
              <a:rPr lang="en-US" altLang="ko-KR" dirty="0" err="1"/>
              <a:t>tif</a:t>
            </a:r>
            <a:r>
              <a:rPr lang="en-US" altLang="ko-KR" dirty="0"/>
              <a:t>, </a:t>
            </a:r>
            <a:r>
              <a:rPr lang="en-US" altLang="ko-KR" dirty="0" err="1"/>
              <a:t>ecw</a:t>
            </a:r>
            <a:r>
              <a:rPr lang="en-US" altLang="ko-KR" dirty="0"/>
              <a:t>(jpg x)</a:t>
            </a:r>
          </a:p>
          <a:p>
            <a:r>
              <a:rPr lang="ko-KR" altLang="en-US" dirty="0"/>
              <a:t>지리정보를 포함한</a:t>
            </a:r>
            <a:r>
              <a:rPr lang="en-US" altLang="ko-KR" dirty="0"/>
              <a:t> </a:t>
            </a:r>
            <a:r>
              <a:rPr lang="ko-KR" altLang="en-US" dirty="0"/>
              <a:t>지도서비스가 목적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308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FF0D9-4926-4EC6-F414-1E527FCE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D78F0DE-F09D-C0D5-DFA5-6015728B4282}"/>
              </a:ext>
            </a:extLst>
          </p:cNvPr>
          <p:cNvSpPr/>
          <p:nvPr/>
        </p:nvSpPr>
        <p:spPr>
          <a:xfrm>
            <a:off x="10043086" y="1658389"/>
            <a:ext cx="1637608" cy="1606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A71308-5CC7-D4AC-E71B-CCE3BFED7E6B}"/>
              </a:ext>
            </a:extLst>
          </p:cNvPr>
          <p:cNvSpPr/>
          <p:nvPr/>
        </p:nvSpPr>
        <p:spPr>
          <a:xfrm>
            <a:off x="6138171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KoPub돋움체 Bold"/>
                <a:ea typeface="KoPub돋움체 Bold"/>
              </a:rPr>
              <a:t>AI </a:t>
            </a:r>
            <a:r>
              <a:rPr lang="ko-KR" altLang="en-US">
                <a:latin typeface="KoPub돋움체 Bold"/>
                <a:ea typeface="KoPub돋움체 Bold"/>
              </a:rPr>
              <a:t>분석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21B37B-F03C-98F3-B007-10DC730AD159}"/>
              </a:ext>
            </a:extLst>
          </p:cNvPr>
          <p:cNvSpPr/>
          <p:nvPr/>
        </p:nvSpPr>
        <p:spPr>
          <a:xfrm>
            <a:off x="8095559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KoPub돋움체 Bold"/>
                <a:ea typeface="KoPub돋움체 Bold"/>
              </a:rPr>
              <a:t>병합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7D5AB5-F748-0DEF-8362-47B29AFDD62C}"/>
              </a:ext>
            </a:extLst>
          </p:cNvPr>
          <p:cNvSpPr/>
          <p:nvPr/>
        </p:nvSpPr>
        <p:spPr>
          <a:xfrm>
            <a:off x="10052947" y="773083"/>
            <a:ext cx="1637608" cy="59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KoPub돋움체 Bold"/>
                <a:ea typeface="KoPub돋움체 Bold"/>
              </a:rPr>
              <a:t>GPKG </a:t>
            </a:r>
            <a:r>
              <a:rPr lang="ko-KR" altLang="en-US">
                <a:latin typeface="KoPub돋움체 Bold"/>
                <a:ea typeface="KoPub돋움체 Bold"/>
              </a:rPr>
              <a:t>발행</a:t>
            </a:r>
          </a:p>
        </p:txBody>
      </p:sp>
      <p:sp>
        <p:nvSpPr>
          <p:cNvPr id="38" name="자유형 37">
            <a:extLst>
              <a:ext uri="{FF2B5EF4-FFF2-40B4-BE49-F238E27FC236}">
                <a16:creationId xmlns:a16="http://schemas.microsoft.com/office/drawing/2014/main" id="{D1BEAA32-BF69-35AD-7BB8-0405E4A1CADD}"/>
              </a:ext>
            </a:extLst>
          </p:cNvPr>
          <p:cNvSpPr/>
          <p:nvPr/>
        </p:nvSpPr>
        <p:spPr>
          <a:xfrm>
            <a:off x="8391522" y="1767043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8F23CCA-CAC3-0C7D-6892-2B70F09CC260}"/>
              </a:ext>
            </a:extLst>
          </p:cNvPr>
          <p:cNvSpPr/>
          <p:nvPr/>
        </p:nvSpPr>
        <p:spPr>
          <a:xfrm>
            <a:off x="8262936" y="1673267"/>
            <a:ext cx="1328736" cy="13430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2" name="자유형 41">
            <a:extLst>
              <a:ext uri="{FF2B5EF4-FFF2-40B4-BE49-F238E27FC236}">
                <a16:creationId xmlns:a16="http://schemas.microsoft.com/office/drawing/2014/main" id="{17223E30-24AB-AD35-7A7B-303798F19D7C}"/>
              </a:ext>
            </a:extLst>
          </p:cNvPr>
          <p:cNvSpPr/>
          <p:nvPr/>
        </p:nvSpPr>
        <p:spPr>
          <a:xfrm>
            <a:off x="9084438" y="1915889"/>
            <a:ext cx="349134" cy="390698"/>
          </a:xfrm>
          <a:custGeom>
            <a:avLst/>
            <a:gdLst>
              <a:gd name="connsiteX0" fmla="*/ 191192 w 349134"/>
              <a:gd name="connsiteY0" fmla="*/ 0 h 390698"/>
              <a:gd name="connsiteX1" fmla="*/ 191192 w 349134"/>
              <a:gd name="connsiteY1" fmla="*/ 0 h 390698"/>
              <a:gd name="connsiteX2" fmla="*/ 116378 w 349134"/>
              <a:gd name="connsiteY2" fmla="*/ 24938 h 390698"/>
              <a:gd name="connsiteX3" fmla="*/ 8312 w 349134"/>
              <a:gd name="connsiteY3" fmla="*/ 232756 h 390698"/>
              <a:gd name="connsiteX4" fmla="*/ 0 w 349134"/>
              <a:gd name="connsiteY4" fmla="*/ 374073 h 390698"/>
              <a:gd name="connsiteX5" fmla="*/ 108065 w 349134"/>
              <a:gd name="connsiteY5" fmla="*/ 390698 h 390698"/>
              <a:gd name="connsiteX6" fmla="*/ 249382 w 349134"/>
              <a:gd name="connsiteY6" fmla="*/ 133004 h 390698"/>
              <a:gd name="connsiteX7" fmla="*/ 349134 w 349134"/>
              <a:gd name="connsiteY7" fmla="*/ 33251 h 390698"/>
              <a:gd name="connsiteX8" fmla="*/ 191192 w 349134"/>
              <a:gd name="connsiteY8" fmla="*/ 0 h 390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134" h="390698">
                <a:moveTo>
                  <a:pt x="191192" y="0"/>
                </a:moveTo>
                <a:lnTo>
                  <a:pt x="191192" y="0"/>
                </a:lnTo>
                <a:lnTo>
                  <a:pt x="116378" y="24938"/>
                </a:lnTo>
                <a:lnTo>
                  <a:pt x="8312" y="232756"/>
                </a:lnTo>
                <a:lnTo>
                  <a:pt x="0" y="374073"/>
                </a:lnTo>
                <a:lnTo>
                  <a:pt x="108065" y="390698"/>
                </a:lnTo>
                <a:lnTo>
                  <a:pt x="249382" y="133004"/>
                </a:lnTo>
                <a:lnTo>
                  <a:pt x="349134" y="33251"/>
                </a:lnTo>
                <a:lnTo>
                  <a:pt x="191192" y="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1C5A736E-A4B9-E689-D63E-CDC749B494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9986" y="1658389"/>
            <a:ext cx="781050" cy="78105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1562C76B-6B0F-9C56-654C-C8FF129D49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026999" y="1658389"/>
            <a:ext cx="770340" cy="78105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BEC81066-C0DA-13DE-EEB5-327C8AF30A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103835" y="2547504"/>
            <a:ext cx="777201" cy="78105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F10B5DA-F4E7-ED70-1C22-34A17D154F2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025306" y="2547504"/>
            <a:ext cx="782037" cy="772615"/>
          </a:xfrm>
          <a:prstGeom prst="rect">
            <a:avLst/>
          </a:prstGeom>
        </p:spPr>
      </p:pic>
      <p:sp>
        <p:nvSpPr>
          <p:cNvPr id="49" name="타원 48">
            <a:extLst>
              <a:ext uri="{FF2B5EF4-FFF2-40B4-BE49-F238E27FC236}">
                <a16:creationId xmlns:a16="http://schemas.microsoft.com/office/drawing/2014/main" id="{747147E7-B307-1F5C-DCDF-65A1171A26A0}"/>
              </a:ext>
            </a:extLst>
          </p:cNvPr>
          <p:cNvSpPr/>
          <p:nvPr/>
        </p:nvSpPr>
        <p:spPr>
          <a:xfrm>
            <a:off x="6491155" y="2900146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1E4195B-F02A-F318-E627-DC61B88D18CA}"/>
              </a:ext>
            </a:extLst>
          </p:cNvPr>
          <p:cNvSpPr/>
          <p:nvPr/>
        </p:nvSpPr>
        <p:spPr>
          <a:xfrm>
            <a:off x="6491155" y="2892095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DAA1C35-4632-647A-F7DB-704C2CBD0D46}"/>
              </a:ext>
            </a:extLst>
          </p:cNvPr>
          <p:cNvSpPr/>
          <p:nvPr/>
        </p:nvSpPr>
        <p:spPr>
          <a:xfrm>
            <a:off x="6538329" y="3024342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BF9EB3B-72B4-E7BA-34EA-25215F27AC6E}"/>
              </a:ext>
            </a:extLst>
          </p:cNvPr>
          <p:cNvSpPr/>
          <p:nvPr/>
        </p:nvSpPr>
        <p:spPr>
          <a:xfrm>
            <a:off x="6538329" y="3016291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69A8D83-07E5-723F-2162-5A1ACDD9CD0F}"/>
              </a:ext>
            </a:extLst>
          </p:cNvPr>
          <p:cNvSpPr/>
          <p:nvPr/>
        </p:nvSpPr>
        <p:spPr>
          <a:xfrm>
            <a:off x="6633403" y="2923247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5D6F994-04C5-2E5B-A9DC-226C808583C7}"/>
              </a:ext>
            </a:extLst>
          </p:cNvPr>
          <p:cNvSpPr/>
          <p:nvPr/>
        </p:nvSpPr>
        <p:spPr>
          <a:xfrm>
            <a:off x="6633403" y="2915196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7408040-4B13-ABAD-31E9-3E89E3A64364}"/>
              </a:ext>
            </a:extLst>
          </p:cNvPr>
          <p:cNvSpPr/>
          <p:nvPr/>
        </p:nvSpPr>
        <p:spPr>
          <a:xfrm>
            <a:off x="8638495" y="2660591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BFC0782-DA01-97E1-D2CC-FA046B8E08E2}"/>
              </a:ext>
            </a:extLst>
          </p:cNvPr>
          <p:cNvSpPr/>
          <p:nvPr/>
        </p:nvSpPr>
        <p:spPr>
          <a:xfrm>
            <a:off x="8638495" y="2652540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D531B265-A652-D8DF-796B-A85C2468B42A}"/>
              </a:ext>
            </a:extLst>
          </p:cNvPr>
          <p:cNvSpPr/>
          <p:nvPr/>
        </p:nvSpPr>
        <p:spPr>
          <a:xfrm>
            <a:off x="8685669" y="2784787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2FD4518-8698-4A5B-550A-D587B26E8A60}"/>
              </a:ext>
            </a:extLst>
          </p:cNvPr>
          <p:cNvSpPr/>
          <p:nvPr/>
        </p:nvSpPr>
        <p:spPr>
          <a:xfrm>
            <a:off x="8685669" y="2776736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F9293734-ADA3-3DCB-B178-8C8F71795B1E}"/>
              </a:ext>
            </a:extLst>
          </p:cNvPr>
          <p:cNvSpPr/>
          <p:nvPr/>
        </p:nvSpPr>
        <p:spPr>
          <a:xfrm>
            <a:off x="8780743" y="2683692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9E63723-413F-27D7-3154-41C0E8925F4E}"/>
              </a:ext>
            </a:extLst>
          </p:cNvPr>
          <p:cNvSpPr/>
          <p:nvPr/>
        </p:nvSpPr>
        <p:spPr>
          <a:xfrm>
            <a:off x="8780743" y="2675641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9AD9472-7C60-A8CD-2EB0-355391A1AC3D}"/>
              </a:ext>
            </a:extLst>
          </p:cNvPr>
          <p:cNvSpPr/>
          <p:nvPr/>
        </p:nvSpPr>
        <p:spPr>
          <a:xfrm>
            <a:off x="6169735" y="3523814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KoPub돋움체 Bold"/>
                <a:ea typeface="KoPub돋움체 Bold"/>
              </a:rPr>
              <a:t>Yolo v11</a:t>
            </a:r>
          </a:p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Detection</a:t>
            </a:r>
          </a:p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Segmetation</a:t>
            </a:r>
          </a:p>
          <a:p>
            <a:pPr algn="ctr">
              <a:defRPr/>
            </a:pPr>
            <a:r>
              <a:rPr lang="ko-KR" altLang="en-US" sz="1400">
                <a:latin typeface="KoPub돋움체 Bold"/>
                <a:ea typeface="KoPub돋움체 Bold"/>
              </a:rPr>
              <a:t>분석 실행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732CB2B-E339-5FB9-B777-37222BA7E833}"/>
              </a:ext>
            </a:extLst>
          </p:cNvPr>
          <p:cNvCxnSpPr/>
          <p:nvPr/>
        </p:nvCxnSpPr>
        <p:spPr>
          <a:xfrm>
            <a:off x="7775779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F132703C-A40B-D301-32A7-9601D173BD20}"/>
              </a:ext>
            </a:extLst>
          </p:cNvPr>
          <p:cNvCxnSpPr/>
          <p:nvPr/>
        </p:nvCxnSpPr>
        <p:spPr>
          <a:xfrm>
            <a:off x="9733167" y="1068185"/>
            <a:ext cx="319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9A1EAF2-2CD3-A9AA-7250-E854F6C0E369}"/>
              </a:ext>
            </a:extLst>
          </p:cNvPr>
          <p:cNvSpPr/>
          <p:nvPr/>
        </p:nvSpPr>
        <p:spPr>
          <a:xfrm>
            <a:off x="8108500" y="3523814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분석 결과</a:t>
            </a:r>
          </a:p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병합</a:t>
            </a:r>
          </a:p>
        </p:txBody>
      </p:sp>
      <p:sp>
        <p:nvSpPr>
          <p:cNvPr id="77" name="자유형 76">
            <a:extLst>
              <a:ext uri="{FF2B5EF4-FFF2-40B4-BE49-F238E27FC236}">
                <a16:creationId xmlns:a16="http://schemas.microsoft.com/office/drawing/2014/main" id="{EADC0E66-1115-0878-C1A0-59CB0E41375F}"/>
              </a:ext>
            </a:extLst>
          </p:cNvPr>
          <p:cNvSpPr/>
          <p:nvPr/>
        </p:nvSpPr>
        <p:spPr>
          <a:xfrm>
            <a:off x="10391465" y="1767043"/>
            <a:ext cx="1057275" cy="1171574"/>
          </a:xfrm>
          <a:custGeom>
            <a:avLst/>
            <a:gdLst>
              <a:gd name="connsiteX0" fmla="*/ 871537 w 985837"/>
              <a:gd name="connsiteY0" fmla="*/ 0 h 1228725"/>
              <a:gd name="connsiteX1" fmla="*/ 871537 w 985837"/>
              <a:gd name="connsiteY1" fmla="*/ 0 h 1228725"/>
              <a:gd name="connsiteX2" fmla="*/ 542925 w 985837"/>
              <a:gd name="connsiteY2" fmla="*/ 171450 h 1228725"/>
              <a:gd name="connsiteX3" fmla="*/ 485775 w 985837"/>
              <a:gd name="connsiteY3" fmla="*/ 228600 h 1228725"/>
              <a:gd name="connsiteX4" fmla="*/ 442912 w 985837"/>
              <a:gd name="connsiteY4" fmla="*/ 257175 h 1228725"/>
              <a:gd name="connsiteX5" fmla="*/ 414337 w 985837"/>
              <a:gd name="connsiteY5" fmla="*/ 300038 h 1228725"/>
              <a:gd name="connsiteX6" fmla="*/ 400050 w 985837"/>
              <a:gd name="connsiteY6" fmla="*/ 342900 h 1228725"/>
              <a:gd name="connsiteX7" fmla="*/ 371475 w 985837"/>
              <a:gd name="connsiteY7" fmla="*/ 728663 h 1228725"/>
              <a:gd name="connsiteX8" fmla="*/ 328612 w 985837"/>
              <a:gd name="connsiteY8" fmla="*/ 785813 h 1228725"/>
              <a:gd name="connsiteX9" fmla="*/ 242887 w 985837"/>
              <a:gd name="connsiteY9" fmla="*/ 842963 h 1228725"/>
              <a:gd name="connsiteX10" fmla="*/ 200025 w 985837"/>
              <a:gd name="connsiteY10" fmla="*/ 871538 h 1228725"/>
              <a:gd name="connsiteX11" fmla="*/ 14287 w 985837"/>
              <a:gd name="connsiteY11" fmla="*/ 885825 h 1228725"/>
              <a:gd name="connsiteX12" fmla="*/ 0 w 985837"/>
              <a:gd name="connsiteY12" fmla="*/ 928688 h 1228725"/>
              <a:gd name="connsiteX13" fmla="*/ 14287 w 985837"/>
              <a:gd name="connsiteY13" fmla="*/ 1114425 h 1228725"/>
              <a:gd name="connsiteX14" fmla="*/ 42862 w 985837"/>
              <a:gd name="connsiteY14" fmla="*/ 1157288 h 1228725"/>
              <a:gd name="connsiteX15" fmla="*/ 185737 w 985837"/>
              <a:gd name="connsiteY15" fmla="*/ 1228725 h 1228725"/>
              <a:gd name="connsiteX16" fmla="*/ 471487 w 985837"/>
              <a:gd name="connsiteY16" fmla="*/ 1214438 h 1228725"/>
              <a:gd name="connsiteX17" fmla="*/ 585787 w 985837"/>
              <a:gd name="connsiteY17" fmla="*/ 1157288 h 1228725"/>
              <a:gd name="connsiteX18" fmla="*/ 700087 w 985837"/>
              <a:gd name="connsiteY18" fmla="*/ 1114425 h 1228725"/>
              <a:gd name="connsiteX19" fmla="*/ 742950 w 985837"/>
              <a:gd name="connsiteY19" fmla="*/ 1085850 h 1228725"/>
              <a:gd name="connsiteX20" fmla="*/ 885825 w 985837"/>
              <a:gd name="connsiteY20" fmla="*/ 1057275 h 1228725"/>
              <a:gd name="connsiteX21" fmla="*/ 971550 w 985837"/>
              <a:gd name="connsiteY21" fmla="*/ 985838 h 1228725"/>
              <a:gd name="connsiteX22" fmla="*/ 942975 w 985837"/>
              <a:gd name="connsiteY22" fmla="*/ 628650 h 1228725"/>
              <a:gd name="connsiteX23" fmla="*/ 914400 w 985837"/>
              <a:gd name="connsiteY23" fmla="*/ 571500 h 1228725"/>
              <a:gd name="connsiteX24" fmla="*/ 885825 w 985837"/>
              <a:gd name="connsiteY24" fmla="*/ 485775 h 1228725"/>
              <a:gd name="connsiteX25" fmla="*/ 871537 w 985837"/>
              <a:gd name="connsiteY25" fmla="*/ 442913 h 1228725"/>
              <a:gd name="connsiteX26" fmla="*/ 885825 w 985837"/>
              <a:gd name="connsiteY26" fmla="*/ 300038 h 1228725"/>
              <a:gd name="connsiteX27" fmla="*/ 942975 w 985837"/>
              <a:gd name="connsiteY27" fmla="*/ 271463 h 1228725"/>
              <a:gd name="connsiteX28" fmla="*/ 985837 w 985837"/>
              <a:gd name="connsiteY28" fmla="*/ 242888 h 1228725"/>
              <a:gd name="connsiteX29" fmla="*/ 971550 w 985837"/>
              <a:gd name="connsiteY29" fmla="*/ 114300 h 1228725"/>
              <a:gd name="connsiteX30" fmla="*/ 871537 w 985837"/>
              <a:gd name="connsiteY30" fmla="*/ 0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85837" h="1228725">
                <a:moveTo>
                  <a:pt x="871537" y="0"/>
                </a:moveTo>
                <a:lnTo>
                  <a:pt x="871537" y="0"/>
                </a:lnTo>
                <a:cubicBezTo>
                  <a:pt x="762000" y="57150"/>
                  <a:pt x="649214" y="108464"/>
                  <a:pt x="542925" y="171450"/>
                </a:cubicBezTo>
                <a:cubicBezTo>
                  <a:pt x="519748" y="185184"/>
                  <a:pt x="506230" y="211067"/>
                  <a:pt x="485775" y="228600"/>
                </a:cubicBezTo>
                <a:cubicBezTo>
                  <a:pt x="472737" y="239775"/>
                  <a:pt x="457200" y="247650"/>
                  <a:pt x="442912" y="257175"/>
                </a:cubicBezTo>
                <a:cubicBezTo>
                  <a:pt x="433387" y="271463"/>
                  <a:pt x="422016" y="284679"/>
                  <a:pt x="414337" y="300038"/>
                </a:cubicBezTo>
                <a:cubicBezTo>
                  <a:pt x="407602" y="313508"/>
                  <a:pt x="401549" y="327915"/>
                  <a:pt x="400050" y="342900"/>
                </a:cubicBezTo>
                <a:cubicBezTo>
                  <a:pt x="387220" y="471200"/>
                  <a:pt x="392007" y="601368"/>
                  <a:pt x="371475" y="728663"/>
                </a:cubicBezTo>
                <a:cubicBezTo>
                  <a:pt x="367683" y="752172"/>
                  <a:pt x="344109" y="767733"/>
                  <a:pt x="328612" y="785813"/>
                </a:cubicBezTo>
                <a:cubicBezTo>
                  <a:pt x="267673" y="856909"/>
                  <a:pt x="310455" y="809179"/>
                  <a:pt x="242887" y="842963"/>
                </a:cubicBezTo>
                <a:cubicBezTo>
                  <a:pt x="227529" y="850642"/>
                  <a:pt x="216902" y="868374"/>
                  <a:pt x="200025" y="871538"/>
                </a:cubicBezTo>
                <a:cubicBezTo>
                  <a:pt x="138993" y="882981"/>
                  <a:pt x="76200" y="881063"/>
                  <a:pt x="14287" y="885825"/>
                </a:cubicBezTo>
                <a:cubicBezTo>
                  <a:pt x="9525" y="900113"/>
                  <a:pt x="0" y="913628"/>
                  <a:pt x="0" y="928688"/>
                </a:cubicBezTo>
                <a:cubicBezTo>
                  <a:pt x="0" y="990783"/>
                  <a:pt x="2844" y="1053393"/>
                  <a:pt x="14287" y="1114425"/>
                </a:cubicBezTo>
                <a:cubicBezTo>
                  <a:pt x="17451" y="1131302"/>
                  <a:pt x="29939" y="1145980"/>
                  <a:pt x="42862" y="1157288"/>
                </a:cubicBezTo>
                <a:cubicBezTo>
                  <a:pt x="110904" y="1216825"/>
                  <a:pt x="114722" y="1210972"/>
                  <a:pt x="185737" y="1228725"/>
                </a:cubicBezTo>
                <a:cubicBezTo>
                  <a:pt x="280987" y="1223963"/>
                  <a:pt x="376477" y="1222700"/>
                  <a:pt x="471487" y="1214438"/>
                </a:cubicBezTo>
                <a:cubicBezTo>
                  <a:pt x="508645" y="1211207"/>
                  <a:pt x="560532" y="1171319"/>
                  <a:pt x="585787" y="1157288"/>
                </a:cubicBezTo>
                <a:cubicBezTo>
                  <a:pt x="646916" y="1123328"/>
                  <a:pt x="634799" y="1130748"/>
                  <a:pt x="700087" y="1114425"/>
                </a:cubicBezTo>
                <a:cubicBezTo>
                  <a:pt x="714375" y="1104900"/>
                  <a:pt x="726503" y="1090784"/>
                  <a:pt x="742950" y="1085850"/>
                </a:cubicBezTo>
                <a:cubicBezTo>
                  <a:pt x="808772" y="1066104"/>
                  <a:pt x="832973" y="1083702"/>
                  <a:pt x="885825" y="1057275"/>
                </a:cubicBezTo>
                <a:cubicBezTo>
                  <a:pt x="925606" y="1037384"/>
                  <a:pt x="939953" y="1017434"/>
                  <a:pt x="971550" y="985838"/>
                </a:cubicBezTo>
                <a:cubicBezTo>
                  <a:pt x="971065" y="977116"/>
                  <a:pt x="963257" y="703017"/>
                  <a:pt x="942975" y="628650"/>
                </a:cubicBezTo>
                <a:cubicBezTo>
                  <a:pt x="937371" y="608102"/>
                  <a:pt x="922310" y="591275"/>
                  <a:pt x="914400" y="571500"/>
                </a:cubicBezTo>
                <a:cubicBezTo>
                  <a:pt x="903213" y="543534"/>
                  <a:pt x="895350" y="514350"/>
                  <a:pt x="885825" y="485775"/>
                </a:cubicBezTo>
                <a:lnTo>
                  <a:pt x="871537" y="442913"/>
                </a:lnTo>
                <a:cubicBezTo>
                  <a:pt x="876300" y="395288"/>
                  <a:pt x="867416" y="344219"/>
                  <a:pt x="885825" y="300038"/>
                </a:cubicBezTo>
                <a:cubicBezTo>
                  <a:pt x="894017" y="280378"/>
                  <a:pt x="924483" y="282030"/>
                  <a:pt x="942975" y="271463"/>
                </a:cubicBezTo>
                <a:cubicBezTo>
                  <a:pt x="957884" y="262944"/>
                  <a:pt x="971550" y="252413"/>
                  <a:pt x="985837" y="242888"/>
                </a:cubicBezTo>
                <a:cubicBezTo>
                  <a:pt x="981075" y="200025"/>
                  <a:pt x="984233" y="155519"/>
                  <a:pt x="971550" y="114300"/>
                </a:cubicBezTo>
                <a:cubicBezTo>
                  <a:pt x="964003" y="89772"/>
                  <a:pt x="888206" y="19050"/>
                  <a:pt x="871537" y="0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8" name="자유형 77">
            <a:extLst>
              <a:ext uri="{FF2B5EF4-FFF2-40B4-BE49-F238E27FC236}">
                <a16:creationId xmlns:a16="http://schemas.microsoft.com/office/drawing/2014/main" id="{56444B43-568C-5A20-7573-A00B94C84773}"/>
              </a:ext>
            </a:extLst>
          </p:cNvPr>
          <p:cNvSpPr/>
          <p:nvPr/>
        </p:nvSpPr>
        <p:spPr>
          <a:xfrm>
            <a:off x="11084381" y="1915889"/>
            <a:ext cx="349134" cy="390698"/>
          </a:xfrm>
          <a:custGeom>
            <a:avLst/>
            <a:gdLst>
              <a:gd name="connsiteX0" fmla="*/ 191192 w 349134"/>
              <a:gd name="connsiteY0" fmla="*/ 0 h 390698"/>
              <a:gd name="connsiteX1" fmla="*/ 191192 w 349134"/>
              <a:gd name="connsiteY1" fmla="*/ 0 h 390698"/>
              <a:gd name="connsiteX2" fmla="*/ 116378 w 349134"/>
              <a:gd name="connsiteY2" fmla="*/ 24938 h 390698"/>
              <a:gd name="connsiteX3" fmla="*/ 8312 w 349134"/>
              <a:gd name="connsiteY3" fmla="*/ 232756 h 390698"/>
              <a:gd name="connsiteX4" fmla="*/ 0 w 349134"/>
              <a:gd name="connsiteY4" fmla="*/ 374073 h 390698"/>
              <a:gd name="connsiteX5" fmla="*/ 108065 w 349134"/>
              <a:gd name="connsiteY5" fmla="*/ 390698 h 390698"/>
              <a:gd name="connsiteX6" fmla="*/ 249382 w 349134"/>
              <a:gd name="connsiteY6" fmla="*/ 133004 h 390698"/>
              <a:gd name="connsiteX7" fmla="*/ 349134 w 349134"/>
              <a:gd name="connsiteY7" fmla="*/ 33251 h 390698"/>
              <a:gd name="connsiteX8" fmla="*/ 191192 w 349134"/>
              <a:gd name="connsiteY8" fmla="*/ 0 h 390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134" h="390698">
                <a:moveTo>
                  <a:pt x="191192" y="0"/>
                </a:moveTo>
                <a:lnTo>
                  <a:pt x="191192" y="0"/>
                </a:lnTo>
                <a:lnTo>
                  <a:pt x="116378" y="24938"/>
                </a:lnTo>
                <a:lnTo>
                  <a:pt x="8312" y="232756"/>
                </a:lnTo>
                <a:lnTo>
                  <a:pt x="0" y="374073"/>
                </a:lnTo>
                <a:lnTo>
                  <a:pt x="108065" y="390698"/>
                </a:lnTo>
                <a:lnTo>
                  <a:pt x="249382" y="133004"/>
                </a:lnTo>
                <a:lnTo>
                  <a:pt x="349134" y="33251"/>
                </a:lnTo>
                <a:lnTo>
                  <a:pt x="191192" y="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48FDB9C0-76FB-2ED7-6D23-E2AE69C4646D}"/>
              </a:ext>
            </a:extLst>
          </p:cNvPr>
          <p:cNvSpPr/>
          <p:nvPr/>
        </p:nvSpPr>
        <p:spPr>
          <a:xfrm>
            <a:off x="10638438" y="2660591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70E6E99-D795-2F29-94C1-C11479263D7C}"/>
              </a:ext>
            </a:extLst>
          </p:cNvPr>
          <p:cNvSpPr/>
          <p:nvPr/>
        </p:nvSpPr>
        <p:spPr>
          <a:xfrm>
            <a:off x="10638438" y="2652540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443CBAE4-B091-C89B-0138-E207559A9A31}"/>
              </a:ext>
            </a:extLst>
          </p:cNvPr>
          <p:cNvSpPr/>
          <p:nvPr/>
        </p:nvSpPr>
        <p:spPr>
          <a:xfrm>
            <a:off x="10685612" y="2784787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1BAA0B5-BFCB-6CCD-5B33-9751168D01CE}"/>
              </a:ext>
            </a:extLst>
          </p:cNvPr>
          <p:cNvSpPr/>
          <p:nvPr/>
        </p:nvSpPr>
        <p:spPr>
          <a:xfrm>
            <a:off x="10685612" y="2776736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0E5F8A10-0A7F-373E-E7D7-D965565AE8F2}"/>
              </a:ext>
            </a:extLst>
          </p:cNvPr>
          <p:cNvSpPr/>
          <p:nvPr/>
        </p:nvSpPr>
        <p:spPr>
          <a:xfrm>
            <a:off x="10780686" y="2683692"/>
            <a:ext cx="93169" cy="930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F02842A-5687-F38E-C01A-962C4F2140BF}"/>
              </a:ext>
            </a:extLst>
          </p:cNvPr>
          <p:cNvSpPr/>
          <p:nvPr/>
        </p:nvSpPr>
        <p:spPr>
          <a:xfrm>
            <a:off x="10780686" y="2675641"/>
            <a:ext cx="93169" cy="10109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7EFB351-E8CA-D37D-9B79-8FED4CBB2BD0}"/>
              </a:ext>
            </a:extLst>
          </p:cNvPr>
          <p:cNvSpPr/>
          <p:nvPr/>
        </p:nvSpPr>
        <p:spPr>
          <a:xfrm>
            <a:off x="10047265" y="3523814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>
                <a:latin typeface="KoPub돋움체 Bold"/>
                <a:ea typeface="KoPub돋움체 Bold"/>
              </a:rPr>
              <a:t>GeoPackage</a:t>
            </a:r>
          </a:p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출력 및 가시화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A6A34C8-BC85-5F28-F79C-2CB1906A0224}"/>
              </a:ext>
            </a:extLst>
          </p:cNvPr>
          <p:cNvSpPr/>
          <p:nvPr/>
        </p:nvSpPr>
        <p:spPr>
          <a:xfrm>
            <a:off x="6138171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4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823BB22-64F5-DF1B-854A-689643501CC4}"/>
              </a:ext>
            </a:extLst>
          </p:cNvPr>
          <p:cNvSpPr/>
          <p:nvPr/>
        </p:nvSpPr>
        <p:spPr>
          <a:xfrm>
            <a:off x="8095559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5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29E3144-2BC0-7489-205B-770F04CDC9B4}"/>
              </a:ext>
            </a:extLst>
          </p:cNvPr>
          <p:cNvSpPr/>
          <p:nvPr/>
        </p:nvSpPr>
        <p:spPr>
          <a:xfrm>
            <a:off x="10047265" y="477981"/>
            <a:ext cx="716973" cy="28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latin typeface="KoPub돋움체 Bold"/>
                <a:ea typeface="KoPub돋움체 Bold"/>
              </a:rPr>
              <a:t>POD</a:t>
            </a:r>
            <a:r>
              <a:rPr lang="ko-KR" altLang="en-US" sz="1400">
                <a:latin typeface="KoPub돋움체 Bold"/>
                <a:ea typeface="KoPub돋움체 Bold"/>
              </a:rPr>
              <a:t> </a:t>
            </a:r>
            <a:r>
              <a:rPr lang="en-US" altLang="ko-KR" sz="1400">
                <a:latin typeface="KoPub돋움체 Bold"/>
                <a:ea typeface="KoPub돋움체 Bold"/>
              </a:rPr>
              <a:t>6</a:t>
            </a:r>
            <a:endParaRPr lang="ko-KR" altLang="en-US" sz="1400">
              <a:latin typeface="KoPub돋움체 Bold"/>
              <a:ea typeface="KoPub돋움체 Bold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304A52B-919E-0157-9C51-EF231030E8AE}"/>
              </a:ext>
            </a:extLst>
          </p:cNvPr>
          <p:cNvSpPr/>
          <p:nvPr/>
        </p:nvSpPr>
        <p:spPr>
          <a:xfrm>
            <a:off x="6169735" y="4934143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결과</a:t>
            </a:r>
            <a:r>
              <a:rPr lang="en-US" altLang="ko-KR" sz="1600">
                <a:latin typeface="KoPub돋움체 Bold"/>
                <a:ea typeface="KoPub돋움체 Bold"/>
              </a:rPr>
              <a:t>:JSON </a:t>
            </a:r>
            <a:r>
              <a:rPr lang="ko-KR" altLang="en-US" sz="1600">
                <a:latin typeface="KoPub돋움체 Bold"/>
                <a:ea typeface="KoPub돋움체 Bold"/>
              </a:rPr>
              <a:t>형식</a:t>
            </a:r>
          </a:p>
          <a:p>
            <a:pPr algn="ctr">
              <a:defRPr/>
            </a:pPr>
            <a:r>
              <a:rPr lang="en-US" altLang="ko-KR" sz="1200">
                <a:latin typeface="KoPub돋움체 Bold"/>
                <a:ea typeface="KoPub돋움체 Bold"/>
              </a:rPr>
              <a:t>(</a:t>
            </a:r>
            <a:r>
              <a:rPr lang="ko-KR" altLang="en-US" sz="1200">
                <a:latin typeface="KoPub돋움체 Bold"/>
                <a:ea typeface="KoPub돋움체 Bold"/>
              </a:rPr>
              <a:t>좌표계</a:t>
            </a:r>
            <a:r>
              <a:rPr lang="en-US" altLang="ko-KR" sz="1200">
                <a:latin typeface="KoPub돋움체 Bold"/>
                <a:ea typeface="KoPub돋움체 Bold"/>
              </a:rPr>
              <a:t>, </a:t>
            </a:r>
            <a:r>
              <a:rPr lang="ko-KR" altLang="en-US" sz="1200">
                <a:latin typeface="KoPub돋움체 Bold"/>
                <a:ea typeface="KoPub돋움체 Bold"/>
              </a:rPr>
              <a:t>클래스</a:t>
            </a:r>
            <a:r>
              <a:rPr lang="en-US" altLang="ko-KR" sz="1200">
                <a:latin typeface="KoPub돋움체 Bold"/>
                <a:ea typeface="KoPub돋움체 Bold"/>
              </a:rPr>
              <a:t> </a:t>
            </a:r>
            <a:r>
              <a:rPr lang="ko-KR" altLang="en-US" sz="1200">
                <a:latin typeface="KoPub돋움체 Bold"/>
                <a:ea typeface="KoPub돋움체 Bold"/>
              </a:rPr>
              <a:t>등</a:t>
            </a:r>
          </a:p>
          <a:p>
            <a:pPr algn="ctr">
              <a:defRPr/>
            </a:pPr>
            <a:r>
              <a:rPr lang="ko-KR" altLang="en-US" sz="1200">
                <a:latin typeface="KoPub돋움체 Bold"/>
                <a:ea typeface="KoPub돋움체 Bold"/>
              </a:rPr>
              <a:t>메타데이터 포함</a:t>
            </a:r>
            <a:r>
              <a:rPr lang="en-US" altLang="ko-KR" sz="1200">
                <a:latin typeface="KoPub돋움체 Bold"/>
                <a:ea typeface="KoPub돋움체 Bold"/>
              </a:rPr>
              <a:t>)</a:t>
            </a:r>
            <a:endParaRPr lang="ko-KR" altLang="en-US" sz="1200">
              <a:latin typeface="KoPub돋움체 Bold"/>
              <a:ea typeface="KoPub돋움체 Bold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B8DC4F7-35CC-B2C7-964A-88D0AF12A51B}"/>
              </a:ext>
            </a:extLst>
          </p:cNvPr>
          <p:cNvSpPr txBox="1"/>
          <p:nvPr/>
        </p:nvSpPr>
        <p:spPr>
          <a:xfrm>
            <a:off x="10075339" y="1727753"/>
            <a:ext cx="8600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>
                <a:latin typeface="G마켓 산스 Medium"/>
                <a:ea typeface="G마켓 산스 Medium"/>
              </a:rPr>
              <a:t>정사영상 원본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344B142-F4BD-19CC-72EB-63B3E6D6D172}"/>
              </a:ext>
            </a:extLst>
          </p:cNvPr>
          <p:cNvSpPr/>
          <p:nvPr/>
        </p:nvSpPr>
        <p:spPr>
          <a:xfrm>
            <a:off x="10047265" y="4951549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 dirty="0">
                <a:latin typeface="KoPub돋움체 Bold"/>
                <a:ea typeface="KoPub돋움체 Bold"/>
              </a:rPr>
              <a:t>(</a:t>
            </a:r>
            <a:r>
              <a:rPr lang="ko-KR" altLang="en-US" sz="1000" dirty="0">
                <a:latin typeface="KoPub돋움체 Bold"/>
                <a:ea typeface="KoPub돋움체 Bold"/>
              </a:rPr>
              <a:t>행정서비스</a:t>
            </a:r>
            <a:r>
              <a:rPr lang="en-US" altLang="ko-KR" sz="1000" dirty="0">
                <a:latin typeface="KoPub돋움체 Bold"/>
                <a:ea typeface="KoPub돋움체 Bold"/>
              </a:rPr>
              <a:t>)</a:t>
            </a:r>
          </a:p>
          <a:p>
            <a:pPr algn="ctr">
              <a:defRPr/>
            </a:pPr>
            <a:r>
              <a:rPr lang="ko-KR" altLang="en-US" sz="1400" dirty="0">
                <a:latin typeface="KoPub돋움체 Bold"/>
                <a:ea typeface="KoPub돋움체 Bold"/>
              </a:rPr>
              <a:t>화면 캡처하여</a:t>
            </a:r>
          </a:p>
          <a:p>
            <a:pPr algn="ctr">
              <a:defRPr/>
            </a:pPr>
            <a:r>
              <a:rPr lang="ko-KR" altLang="en-US" sz="1400" dirty="0">
                <a:latin typeface="KoPub돋움체 Bold"/>
                <a:ea typeface="KoPub돋움체 Bold"/>
              </a:rPr>
              <a:t>행정정보 리포팅</a:t>
            </a:r>
            <a:r>
              <a:rPr lang="en-US" altLang="ko-KR" sz="1400" dirty="0">
                <a:latin typeface="KoPub돋움체 Bold"/>
                <a:ea typeface="KoPub돋움체 Bold"/>
              </a:rPr>
              <a:t>/</a:t>
            </a:r>
          </a:p>
          <a:p>
            <a:pPr algn="ctr">
              <a:defRPr/>
            </a:pPr>
            <a:r>
              <a:rPr lang="ko-KR" altLang="en-US" sz="1400" dirty="0">
                <a:latin typeface="KoPub돋움체 Bold"/>
                <a:ea typeface="KoPub돋움체 Bold"/>
              </a:rPr>
              <a:t>통계 기능 개발</a:t>
            </a:r>
            <a:endParaRPr lang="en-US" altLang="ko-KR" sz="1400" dirty="0">
              <a:latin typeface="KoPub돋움체 Bold"/>
              <a:ea typeface="KoPub돋움체 Bold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785D8CD-B795-8AC3-3FCB-18CA35FCF191}"/>
              </a:ext>
            </a:extLst>
          </p:cNvPr>
          <p:cNvSpPr/>
          <p:nvPr/>
        </p:nvSpPr>
        <p:spPr>
          <a:xfrm>
            <a:off x="8108500" y="4951549"/>
            <a:ext cx="1637608" cy="13149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공간정보와 </a:t>
            </a:r>
          </a:p>
          <a:p>
            <a:pPr algn="ctr">
              <a:defRPr/>
            </a:pPr>
            <a:r>
              <a:rPr lang="ko-KR" altLang="en-US" sz="1600">
                <a:latin typeface="KoPub돋움체 Bold"/>
                <a:ea typeface="KoPub돋움체 Bold"/>
              </a:rPr>
              <a:t>분석결과</a:t>
            </a:r>
            <a:r>
              <a:rPr lang="en-US" altLang="ko-KR" sz="1600">
                <a:latin typeface="KoPub돋움체 Bold"/>
                <a:ea typeface="KoPub돋움체 Bold"/>
              </a:rPr>
              <a:t> </a:t>
            </a:r>
            <a:r>
              <a:rPr lang="ko-KR" altLang="en-US" sz="1600">
                <a:latin typeface="KoPub돋움체 Bold"/>
                <a:ea typeface="KoPub돋움체 Bold"/>
              </a:rPr>
              <a:t>맵핑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52A173-1929-DAAD-BF9C-C58D6B23206E}"/>
              </a:ext>
            </a:extLst>
          </p:cNvPr>
          <p:cNvSpPr txBox="1"/>
          <p:nvPr/>
        </p:nvSpPr>
        <p:spPr>
          <a:xfrm>
            <a:off x="437017" y="459927"/>
            <a:ext cx="544572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YOLOv11-seg </a:t>
            </a:r>
            <a:r>
              <a:rPr lang="ko-KR" altLang="en-US" dirty="0"/>
              <a:t>모델을 기본으로 개발</a:t>
            </a:r>
            <a:r>
              <a:rPr lang="en-US" altLang="ko-KR" dirty="0"/>
              <a:t>(</a:t>
            </a:r>
            <a:r>
              <a:rPr lang="ko-KR" altLang="en-US" dirty="0"/>
              <a:t>앙상블 선택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개의 모델 개발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생육기</a:t>
            </a:r>
            <a:r>
              <a:rPr lang="ko-KR" altLang="en-US" dirty="0"/>
              <a:t> 사료작물</a:t>
            </a:r>
            <a:r>
              <a:rPr lang="en-US" altLang="ko-KR" dirty="0"/>
              <a:t>(IRG, </a:t>
            </a:r>
            <a:r>
              <a:rPr lang="ko-KR" altLang="en-US" dirty="0"/>
              <a:t>호밀</a:t>
            </a:r>
            <a:r>
              <a:rPr lang="en-US" altLang="ko-KR" dirty="0"/>
              <a:t>, </a:t>
            </a:r>
            <a:r>
              <a:rPr lang="ko-KR" altLang="en-US" dirty="0" err="1"/>
              <a:t>수단그라스</a:t>
            </a:r>
            <a:r>
              <a:rPr lang="en-US" altLang="ko-KR" dirty="0"/>
              <a:t>, </a:t>
            </a:r>
            <a:r>
              <a:rPr lang="ko-KR" altLang="en-US" dirty="0"/>
              <a:t>옥수수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학습데이터 각 </a:t>
            </a:r>
            <a:r>
              <a:rPr lang="en-US" altLang="ko-KR" dirty="0"/>
              <a:t>1500</a:t>
            </a:r>
            <a:r>
              <a:rPr lang="ko-KR" altLang="en-US" dirty="0"/>
              <a:t>개 총 </a:t>
            </a:r>
            <a:r>
              <a:rPr lang="en-US" altLang="ko-KR" dirty="0"/>
              <a:t>6000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생산기</a:t>
            </a:r>
            <a:r>
              <a:rPr lang="ko-KR" altLang="en-US" dirty="0"/>
              <a:t> 사료작물</a:t>
            </a:r>
            <a:r>
              <a:rPr lang="en-US" altLang="ko-KR" dirty="0"/>
              <a:t>(IRG, </a:t>
            </a:r>
            <a:r>
              <a:rPr lang="ko-KR" altLang="en-US" dirty="0"/>
              <a:t>호밀</a:t>
            </a:r>
            <a:r>
              <a:rPr lang="en-US" altLang="ko-KR" dirty="0"/>
              <a:t>, </a:t>
            </a:r>
            <a:r>
              <a:rPr lang="ko-KR" altLang="en-US" dirty="0" err="1"/>
              <a:t>수단그라스</a:t>
            </a:r>
            <a:r>
              <a:rPr lang="en-US" altLang="ko-KR" dirty="0"/>
              <a:t>, </a:t>
            </a:r>
            <a:r>
              <a:rPr lang="ko-KR" altLang="en-US" dirty="0"/>
              <a:t>옥수수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학습데이터 각 </a:t>
            </a:r>
            <a:r>
              <a:rPr lang="en-US" altLang="ko-KR" dirty="0"/>
              <a:t>1500</a:t>
            </a:r>
            <a:r>
              <a:rPr lang="ko-KR" altLang="en-US" dirty="0"/>
              <a:t>개 총 </a:t>
            </a:r>
            <a:r>
              <a:rPr lang="en-US" altLang="ko-KR" dirty="0"/>
              <a:t>6000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 err="1"/>
              <a:t>곤포</a:t>
            </a:r>
            <a:r>
              <a:rPr lang="ko-KR" altLang="en-US" dirty="0"/>
              <a:t> </a:t>
            </a:r>
            <a:r>
              <a:rPr lang="ko-KR" altLang="en-US" dirty="0" err="1"/>
              <a:t>사일리지</a:t>
            </a:r>
            <a:r>
              <a:rPr lang="en-US" altLang="ko-KR" dirty="0"/>
              <a:t>(</a:t>
            </a:r>
            <a:r>
              <a:rPr lang="ko-KR" altLang="en-US" dirty="0"/>
              <a:t>개수 파악 필요</a:t>
            </a:r>
            <a:r>
              <a:rPr lang="en-US" altLang="ko-KR" dirty="0"/>
              <a:t>) 2000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비닐하우스</a:t>
            </a:r>
            <a:r>
              <a:rPr lang="en-US" altLang="ko-KR" dirty="0"/>
              <a:t>(</a:t>
            </a:r>
            <a:r>
              <a:rPr lang="ko-KR" altLang="en-US" dirty="0"/>
              <a:t>단동</a:t>
            </a:r>
            <a:r>
              <a:rPr lang="en-US" altLang="ko-KR" dirty="0"/>
              <a:t>/</a:t>
            </a:r>
            <a:r>
              <a:rPr lang="ko-KR" altLang="en-US" dirty="0"/>
              <a:t>연동</a:t>
            </a:r>
            <a:r>
              <a:rPr lang="en-US" altLang="ko-KR" dirty="0"/>
              <a:t> </a:t>
            </a:r>
            <a:r>
              <a:rPr lang="ko-KR" altLang="en-US" dirty="0"/>
              <a:t>구분</a:t>
            </a:r>
            <a:r>
              <a:rPr lang="en-US" altLang="ko-KR" dirty="0"/>
              <a:t>) 1500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경작유무</a:t>
            </a:r>
            <a:r>
              <a:rPr lang="en-US" altLang="ko-KR" dirty="0"/>
              <a:t>(</a:t>
            </a:r>
            <a:r>
              <a:rPr lang="ko-KR" altLang="en-US" dirty="0" err="1"/>
              <a:t>드론영상</a:t>
            </a:r>
            <a:r>
              <a:rPr lang="en-US" altLang="ko-KR" dirty="0"/>
              <a:t>) 1500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/>
              <a:t>경작유무</a:t>
            </a:r>
            <a:r>
              <a:rPr lang="en-US" altLang="ko-KR" dirty="0"/>
              <a:t>(</a:t>
            </a:r>
            <a:r>
              <a:rPr lang="ko-KR" altLang="en-US" dirty="0"/>
              <a:t>위성영상</a:t>
            </a:r>
            <a:r>
              <a:rPr lang="en-US" altLang="ko-KR" dirty="0"/>
              <a:t>) 3000</a:t>
            </a:r>
            <a:r>
              <a:rPr lang="ko-KR" altLang="en-US" dirty="0"/>
              <a:t>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ko-KR" altLang="en-US" dirty="0"/>
              <a:t>파라미터</a:t>
            </a:r>
            <a:r>
              <a:rPr lang="en-US" altLang="ko-KR" dirty="0"/>
              <a:t>, </a:t>
            </a:r>
            <a:r>
              <a:rPr lang="ko-KR" altLang="en-US" dirty="0"/>
              <a:t>훈련</a:t>
            </a:r>
            <a:r>
              <a:rPr lang="en-US" altLang="ko-KR" dirty="0"/>
              <a:t>, </a:t>
            </a:r>
            <a:r>
              <a:rPr lang="ko-KR" altLang="en-US" dirty="0"/>
              <a:t>데이터셋 분할</a:t>
            </a:r>
            <a:r>
              <a:rPr lang="en-US" altLang="ko-KR" dirty="0"/>
              <a:t>, </a:t>
            </a:r>
            <a:r>
              <a:rPr lang="ko-KR" altLang="en-US" dirty="0"/>
              <a:t>데이터 증강 최적화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품질 필터는 사전</a:t>
            </a:r>
            <a:r>
              <a:rPr lang="en-US" altLang="ko-KR" dirty="0"/>
              <a:t>(</a:t>
            </a:r>
            <a:r>
              <a:rPr lang="ko-KR" altLang="en-US" dirty="0"/>
              <a:t>정사영상 제작 시</a:t>
            </a:r>
            <a:r>
              <a:rPr lang="en-US" altLang="ko-KR" dirty="0"/>
              <a:t>) </a:t>
            </a:r>
            <a:r>
              <a:rPr lang="ko-KR" altLang="en-US" dirty="0"/>
              <a:t>검수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AFC7A-9CAE-6486-60C8-31FC2EE93416}"/>
              </a:ext>
            </a:extLst>
          </p:cNvPr>
          <p:cNvSpPr txBox="1"/>
          <p:nvPr/>
        </p:nvSpPr>
        <p:spPr>
          <a:xfrm>
            <a:off x="154359" y="4630735"/>
            <a:ext cx="64299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추론 최적화</a:t>
            </a:r>
            <a:r>
              <a:rPr lang="en-US" altLang="ko-KR" dirty="0"/>
              <a:t>(</a:t>
            </a:r>
            <a:r>
              <a:rPr lang="ko-KR" altLang="en-US" dirty="0"/>
              <a:t>메모리</a:t>
            </a:r>
            <a:r>
              <a:rPr lang="en-US" altLang="ko-KR" dirty="0"/>
              <a:t>, </a:t>
            </a:r>
            <a:r>
              <a:rPr lang="ko-KR" altLang="en-US" dirty="0"/>
              <a:t>후처리 등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타일링</a:t>
            </a:r>
            <a:r>
              <a:rPr lang="ko-KR" altLang="en-US" dirty="0"/>
              <a:t> 추론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 추론 결과 동일한 클래스로 판별될 경우</a:t>
            </a:r>
            <a:endParaRPr lang="en-US" altLang="ko-KR" dirty="0"/>
          </a:p>
          <a:p>
            <a:r>
              <a:rPr lang="ko-KR" altLang="en-US" dirty="0"/>
              <a:t>병합하여 표출</a:t>
            </a:r>
            <a:endParaRPr lang="en-US" altLang="ko-KR" dirty="0"/>
          </a:p>
          <a:p>
            <a:r>
              <a:rPr lang="ko-KR" altLang="en-US" dirty="0"/>
              <a:t>필지 추론</a:t>
            </a:r>
            <a:r>
              <a:rPr lang="en-US" altLang="ko-KR" dirty="0"/>
              <a:t>: </a:t>
            </a:r>
            <a:r>
              <a:rPr lang="ko-KR" altLang="en-US" dirty="0"/>
              <a:t>추론결과 표출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분석결과를 연속지적도 기반으로 잘라내고</a:t>
            </a:r>
            <a:r>
              <a:rPr lang="en-US" altLang="ko-KR" dirty="0"/>
              <a:t>(clip) </a:t>
            </a:r>
            <a:r>
              <a:rPr lang="ko-KR" altLang="en-US" dirty="0"/>
              <a:t>면적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7802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437</Words>
  <Application>Microsoft Office PowerPoint</Application>
  <PresentationFormat>와이드스크린</PresentationFormat>
  <Paragraphs>125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G마켓 산스 Medium</vt:lpstr>
      <vt:lpstr>KoPub돋움체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B90146 강상우</dc:creator>
  <cp:lastModifiedBy>LX</cp:lastModifiedBy>
  <cp:revision>21</cp:revision>
  <dcterms:created xsi:type="dcterms:W3CDTF">2025-08-11T00:27:13Z</dcterms:created>
  <dcterms:modified xsi:type="dcterms:W3CDTF">2025-10-30T09:04:25Z</dcterms:modified>
  <cp:version/>
</cp:coreProperties>
</file>